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23"/>
  </p:notesMasterIdLst>
  <p:handoutMasterIdLst>
    <p:handoutMasterId r:id="rId24"/>
  </p:handoutMasterIdLst>
  <p:sldIdLst>
    <p:sldId id="312" r:id="rId5"/>
    <p:sldId id="316" r:id="rId6"/>
    <p:sldId id="335" r:id="rId7"/>
    <p:sldId id="330" r:id="rId8"/>
    <p:sldId id="337" r:id="rId9"/>
    <p:sldId id="338" r:id="rId10"/>
    <p:sldId id="339" r:id="rId11"/>
    <p:sldId id="340" r:id="rId12"/>
    <p:sldId id="341" r:id="rId13"/>
    <p:sldId id="342" r:id="rId14"/>
    <p:sldId id="343" r:id="rId15"/>
    <p:sldId id="344" r:id="rId16"/>
    <p:sldId id="345" r:id="rId17"/>
    <p:sldId id="320" r:id="rId18"/>
    <p:sldId id="346" r:id="rId19"/>
    <p:sldId id="347" r:id="rId20"/>
    <p:sldId id="348" r:id="rId21"/>
    <p:sldId id="33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5EF"/>
    <a:srgbClr val="D2EADB"/>
    <a:srgbClr val="DC48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8010DD-18DC-47A0-B1EE-B68BA14E329E}" v="9" dt="2025-06-28T07:00:28.1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717" autoAdjust="0"/>
  </p:normalViewPr>
  <p:slideViewPr>
    <p:cSldViewPr snapToGrid="0">
      <p:cViewPr varScale="1">
        <p:scale>
          <a:sx n="74" d="100"/>
          <a:sy n="74" d="100"/>
        </p:scale>
        <p:origin x="552" y="72"/>
      </p:cViewPr>
      <p:guideLst/>
    </p:cSldViewPr>
  </p:slideViewPr>
  <p:outlineViewPr>
    <p:cViewPr>
      <p:scale>
        <a:sx n="33" d="100"/>
        <a:sy n="33" d="100"/>
      </p:scale>
      <p:origin x="0" y="-3480"/>
    </p:cViewPr>
  </p:outlineViewPr>
  <p:notesTextViewPr>
    <p:cViewPr>
      <p:scale>
        <a:sx n="1" d="1"/>
        <a:sy n="1" d="1"/>
      </p:scale>
      <p:origin x="0" y="0"/>
    </p:cViewPr>
  </p:notesTextViewPr>
  <p:sorterViewPr>
    <p:cViewPr>
      <p:scale>
        <a:sx n="100" d="100"/>
        <a:sy n="100" d="100"/>
      </p:scale>
      <p:origin x="0" y="-1522"/>
    </p:cViewPr>
  </p:sorterViewPr>
  <p:notesViewPr>
    <p:cSldViewPr snapToGrid="0">
      <p:cViewPr varScale="1">
        <p:scale>
          <a:sx n="62" d="100"/>
          <a:sy n="62" d="100"/>
        </p:scale>
        <p:origin x="226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D7A934-0635-4E76-95FD-43993B1828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3A72F8-57B8-4FBF-B54E-88A861E91D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273EFC-B541-4D39-ACAE-B43588005231}" type="datetimeFigureOut">
              <a:rPr lang="en-US" smtClean="0"/>
              <a:t>6/28/2025</a:t>
            </a:fld>
            <a:endParaRPr lang="en-US"/>
          </a:p>
        </p:txBody>
      </p:sp>
      <p:sp>
        <p:nvSpPr>
          <p:cNvPr id="4" name="Footer Placeholder 3">
            <a:extLst>
              <a:ext uri="{FF2B5EF4-FFF2-40B4-BE49-F238E27FC236}">
                <a16:creationId xmlns:a16="http://schemas.microsoft.com/office/drawing/2014/main" id="{604A6038-4A3D-4CE4-A3B5-D6E9761212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286FF7-47DD-4A75-85A8-6445E3411E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8FC685-2169-447E-B5F0-6D799AEBC20E}" type="slidenum">
              <a:rPr lang="en-US" smtClean="0"/>
              <a:t>‹#›</a:t>
            </a:fld>
            <a:endParaRPr lang="en-US"/>
          </a:p>
        </p:txBody>
      </p:sp>
    </p:spTree>
    <p:extLst>
      <p:ext uri="{BB962C8B-B14F-4D97-AF65-F5344CB8AC3E}">
        <p14:creationId xmlns:p14="http://schemas.microsoft.com/office/powerpoint/2010/main" val="3557255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853E1-56A0-44E9-A74E-5E9F6164A239}" type="datetimeFigureOut">
              <a:rPr lang="en-US" smtClean="0"/>
              <a:t>6/28/2025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26890-3464-4466-B789-5BB6DD4ADC9C}" type="slidenum">
              <a:rPr lang="en-US" smtClean="0"/>
              <a:t>‹#›</a:t>
            </a:fld>
            <a:endParaRPr lang="en-US"/>
          </a:p>
        </p:txBody>
      </p:sp>
    </p:spTree>
    <p:extLst>
      <p:ext uri="{BB962C8B-B14F-4D97-AF65-F5344CB8AC3E}">
        <p14:creationId xmlns:p14="http://schemas.microsoft.com/office/powerpoint/2010/main" val="312947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926890-3464-4466-B789-5BB6DD4ADC9C}" type="slidenum">
              <a:rPr lang="en-US" smtClean="0"/>
              <a:t>1</a:t>
            </a:fld>
            <a:endParaRPr lang="en-US"/>
          </a:p>
        </p:txBody>
      </p:sp>
    </p:spTree>
    <p:extLst>
      <p:ext uri="{BB962C8B-B14F-4D97-AF65-F5344CB8AC3E}">
        <p14:creationId xmlns:p14="http://schemas.microsoft.com/office/powerpoint/2010/main" val="3110754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682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6782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212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FADCE-0BF4-071A-07B9-00BA0A8DA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53BAF-45C5-448C-DFF8-B8CB76F45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612DB-304C-51BB-3882-26945403FF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3921F1-A7D7-9A2F-921C-7821DFA9F5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3501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EA7F9-A40C-BFD3-1EB0-FBF071030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F6BD8-0630-514D-78F1-F9552BF83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53844-4B1B-9CD8-96F8-156EA253C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3D757E-8691-8507-B1E1-B42C1F8028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0979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F1EFB-166C-2A1F-4D3C-ACAAE0817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724AF-9AC7-9CF4-155E-4E8551F84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AD0E8-0F1B-C3F7-B9C7-1EC6CCC080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0C165-E2DE-58C9-6C30-31A04601DF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9357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7301D-8B02-5481-5C78-79C23B886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93CE9-E0D1-BD60-0833-A9821E17E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6D2FE-A42A-E46C-5209-0EA4B748B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37FB87-029F-03BD-E820-89985CF117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49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AD937-16D4-BD28-B7C7-60CC3FED1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01F2F-EEED-B3F6-E77F-837D47D43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B7150-E6C1-A511-CF6E-DACDB1FFB0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AF70A8-1737-B51B-D7E9-C55FDBC019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8055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FC7FA-48B0-08B1-0086-C6BD473BB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2FE07-E77C-3219-769F-A5A96F403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47A80-1294-A90D-926C-EE59CF61E1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0F312B-2322-B86B-13BE-BB97199866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6002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054DD-9BC5-7B13-EF19-619669038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FD64A-4278-3A8A-534C-33CA4569B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1C753-9E58-E425-91B3-AF498C5749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7230A4-758F-0097-27BD-DD532EEED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9303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9720-A357-5E55-D5C4-9D6430B80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3A250-3E8D-287F-AAD6-74549361A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4F184-D980-6E62-A3C2-97AE1B5F6F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24E7B9-D5E4-D8B5-30C8-8377B3A0A1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7765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pc="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872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132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232146ED-1740-4E0E-8996-4B5179214354}"/>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5" name="Freeform: Shape 74">
            <a:extLst>
              <a:ext uri="{FF2B5EF4-FFF2-40B4-BE49-F238E27FC236}">
                <a16:creationId xmlns:a16="http://schemas.microsoft.com/office/drawing/2014/main" id="{5C431250-2534-41F8-915B-18FCC65650FB}"/>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nvGrpSpPr>
          <p:cNvPr id="76" name="Group 75">
            <a:extLst>
              <a:ext uri="{FF2B5EF4-FFF2-40B4-BE49-F238E27FC236}">
                <a16:creationId xmlns:a16="http://schemas.microsoft.com/office/drawing/2014/main" id="{73D7C106-260D-4F16-93A6-3C076C9E6C68}"/>
              </a:ext>
              <a:ext uri="{C183D7F6-B498-43B3-948B-1728B52AA6E4}">
                <adec:decorative xmlns:adec="http://schemas.microsoft.com/office/drawing/2017/decorative" val="1"/>
              </a:ext>
            </a:extLst>
          </p:cNvPr>
          <p:cNvGrpSpPr/>
          <p:nvPr userDrawn="1"/>
        </p:nvGrpSpPr>
        <p:grpSpPr>
          <a:xfrm>
            <a:off x="1481312" y="743744"/>
            <a:ext cx="4860256" cy="4589316"/>
            <a:chOff x="1481312" y="743744"/>
            <a:chExt cx="4860256" cy="4589316"/>
          </a:xfrm>
        </p:grpSpPr>
        <p:sp>
          <p:nvSpPr>
            <p:cNvPr id="77" name="Rectangle 76" descr="Tag=AccentColor&#10;Flavor=Light&#10;Target=Fill">
              <a:extLst>
                <a:ext uri="{FF2B5EF4-FFF2-40B4-BE49-F238E27FC236}">
                  <a16:creationId xmlns:a16="http://schemas.microsoft.com/office/drawing/2014/main" id="{CE90353B-4B0C-4677-A170-00AD60175039}"/>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8" name="Rectangle 77" descr="Tag=AccentColor&#10;Flavor=Light&#10;Target=Fill">
              <a:extLst>
                <a:ext uri="{FF2B5EF4-FFF2-40B4-BE49-F238E27FC236}">
                  <a16:creationId xmlns:a16="http://schemas.microsoft.com/office/drawing/2014/main" id="{4C70E8BC-9282-41C2-B22A-745DB1C827CF}"/>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79" name="Rectangle 78">
            <a:extLst>
              <a:ext uri="{FF2B5EF4-FFF2-40B4-BE49-F238E27FC236}">
                <a16:creationId xmlns:a16="http://schemas.microsoft.com/office/drawing/2014/main" id="{BB51E472-8334-4DEB-9D39-8E4FFA92E21E}"/>
              </a:ext>
              <a:ext uri="{C183D7F6-B498-43B3-948B-1728B52AA6E4}">
                <adec:decorative xmlns:adec="http://schemas.microsoft.com/office/drawing/2017/decorative" val="1"/>
              </a:ext>
            </a:extLst>
          </p:cNvPr>
          <p:cNvSpPr/>
          <p:nvPr userDrawn="1"/>
        </p:nvSpPr>
        <p:spPr>
          <a:xfrm>
            <a:off x="1379729" y="648365"/>
            <a:ext cx="4860256" cy="458931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itle 1">
            <a:extLst>
              <a:ext uri="{FF2B5EF4-FFF2-40B4-BE49-F238E27FC236}">
                <a16:creationId xmlns:a16="http://schemas.microsoft.com/office/drawing/2014/main" id="{CC645776-A980-4F78-8E9D-4EA5572A59C6}"/>
              </a:ext>
            </a:extLst>
          </p:cNvPr>
          <p:cNvSpPr>
            <a:spLocks noGrp="1"/>
          </p:cNvSpPr>
          <p:nvPr>
            <p:ph type="ctrTitle" hasCustomPrompt="1"/>
          </p:nvPr>
        </p:nvSpPr>
        <p:spPr>
          <a:xfrm>
            <a:off x="1521269" y="799275"/>
            <a:ext cx="4579668" cy="3028072"/>
          </a:xfrm>
        </p:spPr>
        <p:txBody>
          <a:bodyPr/>
          <a:lstStyle>
            <a:lvl1pPr algn="ctr">
              <a:defRPr sz="6000" b="1" spc="1500" baseline="0"/>
            </a:lvl1pPr>
          </a:lstStyle>
          <a:p>
            <a:r>
              <a:rPr lang="en-US" dirty="0"/>
              <a:t>CLICK TO ADD TITLE</a:t>
            </a:r>
          </a:p>
        </p:txBody>
      </p:sp>
      <p:sp>
        <p:nvSpPr>
          <p:cNvPr id="81" name="Subtitle 2">
            <a:extLst>
              <a:ext uri="{FF2B5EF4-FFF2-40B4-BE49-F238E27FC236}">
                <a16:creationId xmlns:a16="http://schemas.microsoft.com/office/drawing/2014/main" id="{4F03E6E3-0D95-48FF-BBCC-EA589CD1285B}"/>
              </a:ext>
            </a:extLst>
          </p:cNvPr>
          <p:cNvSpPr>
            <a:spLocks noGrp="1"/>
          </p:cNvSpPr>
          <p:nvPr>
            <p:ph type="subTitle" idx="1" hasCustomPrompt="1"/>
          </p:nvPr>
        </p:nvSpPr>
        <p:spPr>
          <a:xfrm>
            <a:off x="1521269" y="3919422"/>
            <a:ext cx="4579668" cy="1166797"/>
          </a:xfrm>
        </p:spPr>
        <p:txBody>
          <a:bodyPr/>
          <a:lstStyle>
            <a:lvl1pPr algn="ctr">
              <a:buNone/>
              <a:defRPr sz="2400" spc="400" baseline="0"/>
            </a:lvl1pPr>
          </a:lstStyle>
          <a:p>
            <a:r>
              <a:rPr lang="en-US" dirty="0"/>
              <a:t>CLICK TO ADD SUBTITLE</a:t>
            </a:r>
          </a:p>
        </p:txBody>
      </p:sp>
      <p:sp>
        <p:nvSpPr>
          <p:cNvPr id="82" name="Oval 81">
            <a:extLst>
              <a:ext uri="{FF2B5EF4-FFF2-40B4-BE49-F238E27FC236}">
                <a16:creationId xmlns:a16="http://schemas.microsoft.com/office/drawing/2014/main" id="{10275C51-172D-4FE9-A45A-D3DAD166B854}"/>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3" name="Freeform: Shape 82">
            <a:extLst>
              <a:ext uri="{FF2B5EF4-FFF2-40B4-BE49-F238E27FC236}">
                <a16:creationId xmlns:a16="http://schemas.microsoft.com/office/drawing/2014/main" id="{DB95E389-C1AA-4243-931C-270FE4BB06C6}"/>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4" name="Freeform: Shape 83">
            <a:extLst>
              <a:ext uri="{FF2B5EF4-FFF2-40B4-BE49-F238E27FC236}">
                <a16:creationId xmlns:a16="http://schemas.microsoft.com/office/drawing/2014/main" id="{310E7790-D96D-4055-AA95-63C286EC7D57}"/>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86" name="Graphic 185">
            <a:extLst>
              <a:ext uri="{FF2B5EF4-FFF2-40B4-BE49-F238E27FC236}">
                <a16:creationId xmlns:a16="http://schemas.microsoft.com/office/drawing/2014/main" id="{4E460B18-E051-4152-85D3-76A93C7EA455}"/>
              </a:ext>
              <a:ext uri="{C183D7F6-B498-43B3-948B-1728B52AA6E4}">
                <adec:decorative xmlns:adec="http://schemas.microsoft.com/office/drawing/2017/decorative" val="1"/>
              </a:ext>
            </a:extLst>
          </p:cNvPr>
          <p:cNvGrpSpPr/>
          <p:nvPr userDrawn="1"/>
        </p:nvGrpSpPr>
        <p:grpSpPr>
          <a:xfrm>
            <a:off x="9805475" y="1581418"/>
            <a:ext cx="843746" cy="375828"/>
            <a:chOff x="9841624" y="4115729"/>
            <a:chExt cx="602170" cy="268223"/>
          </a:xfrm>
          <a:solidFill>
            <a:schemeClr val="tx1"/>
          </a:solidFill>
        </p:grpSpPr>
        <p:sp>
          <p:nvSpPr>
            <p:cNvPr id="87" name="Freeform: Shape 86">
              <a:extLst>
                <a:ext uri="{FF2B5EF4-FFF2-40B4-BE49-F238E27FC236}">
                  <a16:creationId xmlns:a16="http://schemas.microsoft.com/office/drawing/2014/main" id="{94B28A43-F583-4902-9997-46A4D316FB8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8" name="Freeform: Shape 87">
              <a:extLst>
                <a:ext uri="{FF2B5EF4-FFF2-40B4-BE49-F238E27FC236}">
                  <a16:creationId xmlns:a16="http://schemas.microsoft.com/office/drawing/2014/main" id="{8BCE79F2-2624-4906-9841-566BD8DDA4AD}"/>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9" name="Freeform: Shape 88">
              <a:extLst>
                <a:ext uri="{FF2B5EF4-FFF2-40B4-BE49-F238E27FC236}">
                  <a16:creationId xmlns:a16="http://schemas.microsoft.com/office/drawing/2014/main" id="{4AF102FA-9C0A-4844-A187-23CECD95C4AF}"/>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0" name="Freeform: Shape 89">
              <a:extLst>
                <a:ext uri="{FF2B5EF4-FFF2-40B4-BE49-F238E27FC236}">
                  <a16:creationId xmlns:a16="http://schemas.microsoft.com/office/drawing/2014/main" id="{BC9F252A-1680-4777-BF7D-67B153676A1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1" name="Freeform: Shape 90">
              <a:extLst>
                <a:ext uri="{FF2B5EF4-FFF2-40B4-BE49-F238E27FC236}">
                  <a16:creationId xmlns:a16="http://schemas.microsoft.com/office/drawing/2014/main" id="{6D161B24-FE00-4550-AB2C-02C42C60B82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sp>
        <p:nvSpPr>
          <p:cNvPr id="92" name="Oval 91">
            <a:extLst>
              <a:ext uri="{FF2B5EF4-FFF2-40B4-BE49-F238E27FC236}">
                <a16:creationId xmlns:a16="http://schemas.microsoft.com/office/drawing/2014/main" id="{DAD8B4A3-DD6F-428E-9D74-E63865CE7D0A}"/>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6" name="Picture Placeholder 2">
            <a:extLst>
              <a:ext uri="{FF2B5EF4-FFF2-40B4-BE49-F238E27FC236}">
                <a16:creationId xmlns:a16="http://schemas.microsoft.com/office/drawing/2014/main" id="{99E7F282-7DB7-4431-A6A3-9E912E06F812}"/>
              </a:ext>
            </a:extLst>
          </p:cNvPr>
          <p:cNvSpPr>
            <a:spLocks noGrp="1"/>
          </p:cNvSpPr>
          <p:nvPr>
            <p:ph type="pic" sz="quarter" idx="13" hasCustomPrompt="1"/>
          </p:nvPr>
        </p:nvSpPr>
        <p:spPr>
          <a:xfrm>
            <a:off x="7068418" y="1957246"/>
            <a:ext cx="4207947" cy="4207948"/>
          </a:xfrm>
        </p:spPr>
        <p:txBody>
          <a:bodyPr/>
          <a:lstStyle>
            <a:lvl1pPr algn="ctr">
              <a:buNone/>
              <a:defRPr/>
            </a:lvl1pPr>
          </a:lstStyle>
          <a:p>
            <a:r>
              <a:rPr lang="en-US" dirty="0"/>
              <a:t>Click to add photo</a:t>
            </a:r>
          </a:p>
        </p:txBody>
      </p:sp>
    </p:spTree>
    <p:extLst>
      <p:ext uri="{BB962C8B-B14F-4D97-AF65-F5344CB8AC3E}">
        <p14:creationId xmlns:p14="http://schemas.microsoft.com/office/powerpoint/2010/main" val="54010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60" name="Title 1">
            <a:extLst>
              <a:ext uri="{FF2B5EF4-FFF2-40B4-BE49-F238E27FC236}">
                <a16:creationId xmlns:a16="http://schemas.microsoft.com/office/drawing/2014/main" id="{BF92C786-F148-4356-BCC8-D4DB6DC80390}"/>
              </a:ext>
            </a:extLst>
          </p:cNvPr>
          <p:cNvSpPr>
            <a:spLocks noGrp="1"/>
          </p:cNvSpPr>
          <p:nvPr>
            <p:ph type="title"/>
          </p:nvPr>
        </p:nvSpPr>
        <p:spPr>
          <a:xfrm>
            <a:off x="5956784" y="396117"/>
            <a:ext cx="5217172" cy="1158857"/>
          </a:xfrm>
        </p:spPr>
        <p:txBody>
          <a:bodyPr anchor="b">
            <a:normAutofit/>
          </a:bodyPr>
          <a:lstStyle/>
          <a:p>
            <a:endParaRPr lang="en-US"/>
          </a:p>
        </p:txBody>
      </p:sp>
      <p:sp>
        <p:nvSpPr>
          <p:cNvPr id="45" name="Picture Placeholder 2">
            <a:extLst>
              <a:ext uri="{FF2B5EF4-FFF2-40B4-BE49-F238E27FC236}">
                <a16:creationId xmlns:a16="http://schemas.microsoft.com/office/drawing/2014/main" id="{CC8A9357-2526-4109-8861-DCB89A78CA7F}"/>
              </a:ext>
            </a:extLst>
          </p:cNvPr>
          <p:cNvSpPr>
            <a:spLocks noGrp="1"/>
          </p:cNvSpPr>
          <p:nvPr>
            <p:ph type="pic" sz="quarter" idx="13" hasCustomPrompt="1"/>
          </p:nvPr>
        </p:nvSpPr>
        <p:spPr>
          <a:xfrm>
            <a:off x="1526293" y="1554582"/>
            <a:ext cx="3555043" cy="3217333"/>
          </a:xfrm>
        </p:spPr>
        <p:txBody>
          <a:bodyPr/>
          <a:lstStyle>
            <a:lvl1pPr>
              <a:buFontTx/>
              <a:buNone/>
              <a:defRPr/>
            </a:lvl1pPr>
          </a:lstStyle>
          <a:p>
            <a:r>
              <a:rPr lang="en-US" dirty="0"/>
              <a:t>Click to add photo</a:t>
            </a:r>
          </a:p>
        </p:txBody>
      </p:sp>
      <p:sp>
        <p:nvSpPr>
          <p:cNvPr id="298" name="Content Placeholder 2">
            <a:extLst>
              <a:ext uri="{FF2B5EF4-FFF2-40B4-BE49-F238E27FC236}">
                <a16:creationId xmlns:a16="http://schemas.microsoft.com/office/drawing/2014/main" id="{F0A93A7F-1937-4643-B9E7-342A8CB87BBB}"/>
              </a:ext>
            </a:extLst>
          </p:cNvPr>
          <p:cNvSpPr>
            <a:spLocks noGrp="1"/>
          </p:cNvSpPr>
          <p:nvPr>
            <p:ph idx="1" hasCustomPrompt="1"/>
          </p:nvPr>
        </p:nvSpPr>
        <p:spPr>
          <a:xfrm>
            <a:off x="5956783" y="1747592"/>
            <a:ext cx="5217173" cy="4351338"/>
          </a:xfrm>
        </p:spPr>
        <p:txBody>
          <a:bodyPr>
            <a:normAutofit/>
          </a:bodyPr>
          <a:lstStyle>
            <a:lvl1pPr>
              <a:buFontTx/>
              <a:buNone/>
              <a:defRPr sz="24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B5082B2A-0AFE-456C-9506-A5DAF807FFE7}"/>
              </a:ext>
              <a:ext uri="{C183D7F6-B498-43B3-948B-1728B52AA6E4}">
                <adec:decorative xmlns:adec="http://schemas.microsoft.com/office/drawing/2017/decorative" val="1"/>
              </a:ext>
            </a:extLst>
          </p:cNvPr>
          <p:cNvGrpSpPr/>
          <p:nvPr userDrawn="1"/>
        </p:nvGrpSpPr>
        <p:grpSpPr>
          <a:xfrm>
            <a:off x="739959" y="3491269"/>
            <a:ext cx="365021" cy="365021"/>
            <a:chOff x="739959" y="3491269"/>
            <a:chExt cx="365021" cy="365021"/>
          </a:xfrm>
        </p:grpSpPr>
        <p:sp>
          <p:nvSpPr>
            <p:cNvPr id="267" name="Oval 266">
              <a:extLst>
                <a:ext uri="{FF2B5EF4-FFF2-40B4-BE49-F238E27FC236}">
                  <a16:creationId xmlns:a16="http://schemas.microsoft.com/office/drawing/2014/main" id="{1D723022-AE16-42E7-AB92-B0D8FA9619B6}"/>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8" name="Oval 267">
              <a:extLst>
                <a:ext uri="{FF2B5EF4-FFF2-40B4-BE49-F238E27FC236}">
                  <a16:creationId xmlns:a16="http://schemas.microsoft.com/office/drawing/2014/main" id="{01A660D0-3253-401B-9F04-DD8E71CC7A7F}"/>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2" name="Group 1">
            <a:extLst>
              <a:ext uri="{FF2B5EF4-FFF2-40B4-BE49-F238E27FC236}">
                <a16:creationId xmlns:a16="http://schemas.microsoft.com/office/drawing/2014/main" id="{7D1E36DE-F754-4C67-AEDB-7A4CD5259E08}"/>
              </a:ext>
              <a:ext uri="{C183D7F6-B498-43B3-948B-1728B52AA6E4}">
                <adec:decorative xmlns:adec="http://schemas.microsoft.com/office/drawing/2017/decorative" val="1"/>
              </a:ext>
            </a:extLst>
          </p:cNvPr>
          <p:cNvGrpSpPr/>
          <p:nvPr userDrawn="1"/>
        </p:nvGrpSpPr>
        <p:grpSpPr>
          <a:xfrm>
            <a:off x="496583" y="550047"/>
            <a:ext cx="1910252" cy="709661"/>
            <a:chOff x="496583" y="795582"/>
            <a:chExt cx="1910252" cy="709661"/>
          </a:xfrm>
        </p:grpSpPr>
        <p:grpSp>
          <p:nvGrpSpPr>
            <p:cNvPr id="261" name="Graphic 38">
              <a:extLst>
                <a:ext uri="{FF2B5EF4-FFF2-40B4-BE49-F238E27FC236}">
                  <a16:creationId xmlns:a16="http://schemas.microsoft.com/office/drawing/2014/main" id="{A4AD9011-9DCC-4A0F-BA80-27E6D3D5C046}"/>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solidFill>
          </p:grpSpPr>
          <p:sp>
            <p:nvSpPr>
              <p:cNvPr id="262" name="Freeform: Shape 261">
                <a:extLst>
                  <a:ext uri="{FF2B5EF4-FFF2-40B4-BE49-F238E27FC236}">
                    <a16:creationId xmlns:a16="http://schemas.microsoft.com/office/drawing/2014/main" id="{A0221D30-DD4B-4E09-850A-CBBAAA4A051C}"/>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3FDF1E24-BE7D-49F6-A5A0-29D2796918E4}"/>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64" name="Graphic 38">
              <a:extLst>
                <a:ext uri="{FF2B5EF4-FFF2-40B4-BE49-F238E27FC236}">
                  <a16:creationId xmlns:a16="http://schemas.microsoft.com/office/drawing/2014/main" id="{BBB1AE73-7E55-49A4-8496-2B21B9BAB179}"/>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alpha val="60000"/>
              </a:schemeClr>
            </a:solidFill>
          </p:grpSpPr>
          <p:sp>
            <p:nvSpPr>
              <p:cNvPr id="265" name="Freeform: Shape 264">
                <a:extLst>
                  <a:ext uri="{FF2B5EF4-FFF2-40B4-BE49-F238E27FC236}">
                    <a16:creationId xmlns:a16="http://schemas.microsoft.com/office/drawing/2014/main" id="{D8406302-2A06-4B65-834B-079262BAD676}"/>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8756BB86-0FFE-405F-8023-37552370FB06}"/>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sp>
        <p:nvSpPr>
          <p:cNvPr id="299" name="Date Placeholder 178">
            <a:extLst>
              <a:ext uri="{FF2B5EF4-FFF2-40B4-BE49-F238E27FC236}">
                <a16:creationId xmlns:a16="http://schemas.microsoft.com/office/drawing/2014/main" id="{82E560EB-BE56-4EED-AE06-F6BBC6A77F06}"/>
              </a:ext>
            </a:extLst>
          </p:cNvPr>
          <p:cNvSpPr>
            <a:spLocks noGrp="1"/>
          </p:cNvSpPr>
          <p:nvPr>
            <p:ph type="dt" sz="half" idx="10"/>
          </p:nvPr>
        </p:nvSpPr>
        <p:spPr>
          <a:xfrm>
            <a:off x="838200" y="6356350"/>
            <a:ext cx="2743200" cy="365125"/>
          </a:xfrm>
        </p:spPr>
        <p:txBody>
          <a:bodyPr/>
          <a:lstStyle/>
          <a:p>
            <a:fld id="{28DA586B-149A-4731-B894-F439E6635A2E}" type="datetime1">
              <a:rPr lang="en-US" smtClean="0"/>
              <a:t>6/28/2025</a:t>
            </a:fld>
            <a:endParaRPr lang="en-US"/>
          </a:p>
        </p:txBody>
      </p:sp>
      <p:sp>
        <p:nvSpPr>
          <p:cNvPr id="300" name="Footer Placeholder 179">
            <a:extLst>
              <a:ext uri="{FF2B5EF4-FFF2-40B4-BE49-F238E27FC236}">
                <a16:creationId xmlns:a16="http://schemas.microsoft.com/office/drawing/2014/main" id="{B8F63808-3D77-44F6-BA39-EBAA7F3A644A}"/>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301" name="Slide Number Placeholder 180">
            <a:extLst>
              <a:ext uri="{FF2B5EF4-FFF2-40B4-BE49-F238E27FC236}">
                <a16:creationId xmlns:a16="http://schemas.microsoft.com/office/drawing/2014/main" id="{48A1F651-8B76-426E-B2A3-79B5E58870B3}"/>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a:p>
        </p:txBody>
      </p:sp>
    </p:spTree>
    <p:extLst>
      <p:ext uri="{BB962C8B-B14F-4D97-AF65-F5344CB8AC3E}">
        <p14:creationId xmlns:p14="http://schemas.microsoft.com/office/powerpoint/2010/main" val="403348804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F21EE69-A1CB-4D3C-A300-F309A781E65B}"/>
              </a:ext>
            </a:extLst>
          </p:cNvPr>
          <p:cNvSpPr>
            <a:spLocks noGrp="1"/>
          </p:cNvSpPr>
          <p:nvPr>
            <p:ph type="title"/>
          </p:nvPr>
        </p:nvSpPr>
        <p:spPr>
          <a:xfrm>
            <a:off x="938907" y="282800"/>
            <a:ext cx="5217172" cy="1288673"/>
          </a:xfrm>
        </p:spPr>
        <p:txBody>
          <a:bodyPr anchor="b">
            <a:normAutofit/>
          </a:bodyPr>
          <a:lstStyle/>
          <a:p>
            <a:endParaRPr lang="en-US" dirty="0"/>
          </a:p>
        </p:txBody>
      </p:sp>
      <p:sp>
        <p:nvSpPr>
          <p:cNvPr id="18" name="Content Placeholder 2">
            <a:extLst>
              <a:ext uri="{FF2B5EF4-FFF2-40B4-BE49-F238E27FC236}">
                <a16:creationId xmlns:a16="http://schemas.microsoft.com/office/drawing/2014/main" id="{04201678-5DBC-491F-AA38-F3DF166C36BE}"/>
              </a:ext>
            </a:extLst>
          </p:cNvPr>
          <p:cNvSpPr>
            <a:spLocks noGrp="1"/>
          </p:cNvSpPr>
          <p:nvPr>
            <p:ph idx="1" hasCustomPrompt="1"/>
          </p:nvPr>
        </p:nvSpPr>
        <p:spPr>
          <a:xfrm>
            <a:off x="938906" y="1715151"/>
            <a:ext cx="5217173" cy="4351338"/>
          </a:xfrm>
        </p:spPr>
        <p:txBody>
          <a:bodyPr>
            <a:normAutofit/>
          </a:bodyPr>
          <a:lstStyle>
            <a:lvl1pPr marL="0" indent="0">
              <a:lnSpc>
                <a:spcPct val="100000"/>
              </a:lnSpc>
              <a:buFontTx/>
              <a:buNone/>
              <a:defRPr sz="1800"/>
            </a:lvl1pPr>
          </a:lstStyle>
          <a:p>
            <a:pPr>
              <a:lnSpc>
                <a:spcPct val="130000"/>
              </a:lnSpc>
            </a:pPr>
            <a:r>
              <a:rPr lang="en-US" dirty="0"/>
              <a:t>Click to add text</a:t>
            </a:r>
          </a:p>
        </p:txBody>
      </p:sp>
      <p:sp>
        <p:nvSpPr>
          <p:cNvPr id="368" name="Picture Placeholder 370">
            <a:extLst>
              <a:ext uri="{FF2B5EF4-FFF2-40B4-BE49-F238E27FC236}">
                <a16:creationId xmlns:a16="http://schemas.microsoft.com/office/drawing/2014/main" id="{669561A4-DF87-4818-9B88-D1EF83F03B98}"/>
              </a:ext>
            </a:extLst>
          </p:cNvPr>
          <p:cNvSpPr>
            <a:spLocks noGrp="1"/>
          </p:cNvSpPr>
          <p:nvPr>
            <p:ph type="pic" sz="quarter" idx="13" hasCustomPrompt="1"/>
          </p:nvPr>
        </p:nvSpPr>
        <p:spPr>
          <a:xfrm>
            <a:off x="7235389" y="322503"/>
            <a:ext cx="4114800" cy="2931037"/>
          </a:xfrm>
        </p:spPr>
        <p:txBody>
          <a:bodyPr/>
          <a:lstStyle>
            <a:lvl1pPr>
              <a:buFontTx/>
              <a:buNone/>
              <a:defRPr/>
            </a:lvl1pPr>
          </a:lstStyle>
          <a:p>
            <a:r>
              <a:rPr lang="en-US" dirty="0"/>
              <a:t>Click to add photo</a:t>
            </a:r>
          </a:p>
        </p:txBody>
      </p:sp>
      <p:sp>
        <p:nvSpPr>
          <p:cNvPr id="369" name="Picture Placeholder 372">
            <a:extLst>
              <a:ext uri="{FF2B5EF4-FFF2-40B4-BE49-F238E27FC236}">
                <a16:creationId xmlns:a16="http://schemas.microsoft.com/office/drawing/2014/main" id="{FFEE5DD2-649D-41DC-9898-8730D76FDB98}"/>
              </a:ext>
            </a:extLst>
          </p:cNvPr>
          <p:cNvSpPr>
            <a:spLocks noGrp="1"/>
          </p:cNvSpPr>
          <p:nvPr>
            <p:ph type="pic" sz="quarter" idx="14" hasCustomPrompt="1"/>
          </p:nvPr>
        </p:nvSpPr>
        <p:spPr>
          <a:xfrm>
            <a:off x="7235389" y="3370011"/>
            <a:ext cx="4114799" cy="2931036"/>
          </a:xfrm>
        </p:spPr>
        <p:txBody>
          <a:bodyPr/>
          <a:lstStyle>
            <a:lvl1pPr>
              <a:buFontTx/>
              <a:buNone/>
              <a:defRPr/>
            </a:lvl1pPr>
          </a:lstStyle>
          <a:p>
            <a:r>
              <a:rPr lang="en-US" dirty="0"/>
              <a:t>Click to add photo</a:t>
            </a:r>
          </a:p>
        </p:txBody>
      </p:sp>
      <p:sp>
        <p:nvSpPr>
          <p:cNvPr id="385" name="Date Placeholder 384">
            <a:extLst>
              <a:ext uri="{FF2B5EF4-FFF2-40B4-BE49-F238E27FC236}">
                <a16:creationId xmlns:a16="http://schemas.microsoft.com/office/drawing/2014/main" id="{7B72116B-F388-4C73-BC4A-D8292B5DA7E2}"/>
              </a:ext>
            </a:extLst>
          </p:cNvPr>
          <p:cNvSpPr>
            <a:spLocks noGrp="1"/>
          </p:cNvSpPr>
          <p:nvPr>
            <p:ph type="dt" sz="half" idx="15"/>
          </p:nvPr>
        </p:nvSpPr>
        <p:spPr/>
        <p:txBody>
          <a:bodyPr/>
          <a:lstStyle/>
          <a:p>
            <a:fld id="{34DC9094-7AE2-4A0C-ADA1-0B6CF537F5E3}" type="datetime1">
              <a:rPr lang="en-US" smtClean="0"/>
              <a:t>6/28/2025</a:t>
            </a:fld>
            <a:endParaRPr lang="en-US"/>
          </a:p>
        </p:txBody>
      </p:sp>
      <p:sp>
        <p:nvSpPr>
          <p:cNvPr id="386" name="Footer Placeholder 385">
            <a:extLst>
              <a:ext uri="{FF2B5EF4-FFF2-40B4-BE49-F238E27FC236}">
                <a16:creationId xmlns:a16="http://schemas.microsoft.com/office/drawing/2014/main" id="{C072D4A9-194F-4843-B39B-6C34A5D2F221}"/>
              </a:ext>
            </a:extLst>
          </p:cNvPr>
          <p:cNvSpPr>
            <a:spLocks noGrp="1"/>
          </p:cNvSpPr>
          <p:nvPr>
            <p:ph type="ftr" sz="quarter" idx="16"/>
          </p:nvPr>
        </p:nvSpPr>
        <p:spPr/>
        <p:txBody>
          <a:bodyPr/>
          <a:lstStyle/>
          <a:p>
            <a:r>
              <a:rPr lang="en-US"/>
              <a:t>PRESENTATION TITLE</a:t>
            </a:r>
          </a:p>
        </p:txBody>
      </p:sp>
      <p:sp>
        <p:nvSpPr>
          <p:cNvPr id="387" name="Slide Number Placeholder 386">
            <a:extLst>
              <a:ext uri="{FF2B5EF4-FFF2-40B4-BE49-F238E27FC236}">
                <a16:creationId xmlns:a16="http://schemas.microsoft.com/office/drawing/2014/main" id="{7827E1CE-788E-4245-B60E-D39AFA591483}"/>
              </a:ext>
            </a:extLst>
          </p:cNvPr>
          <p:cNvSpPr>
            <a:spLocks noGrp="1"/>
          </p:cNvSpPr>
          <p:nvPr>
            <p:ph type="sldNum" sz="quarter" idx="17"/>
          </p:nvPr>
        </p:nvSpPr>
        <p:spPr/>
        <p:txBody>
          <a:bodyPr/>
          <a:lstStyle/>
          <a:p>
            <a:fld id="{5EA792F7-1D9E-4C7E-A103-E8EDFDC2691E}" type="slidenum">
              <a:rPr lang="en-US" smtClean="0"/>
              <a:t>‹#›</a:t>
            </a:fld>
            <a:endParaRPr lang="en-US"/>
          </a:p>
        </p:txBody>
      </p:sp>
      <p:grpSp>
        <p:nvGrpSpPr>
          <p:cNvPr id="9" name="Graphic 190">
            <a:extLst>
              <a:ext uri="{FF2B5EF4-FFF2-40B4-BE49-F238E27FC236}">
                <a16:creationId xmlns:a16="http://schemas.microsoft.com/office/drawing/2014/main" id="{06F4FBF1-A331-46A0-BDC5-7CEDEA62EE39}"/>
              </a:ext>
              <a:ext uri="{C183D7F6-B498-43B3-948B-1728B52AA6E4}">
                <adec:decorative xmlns:adec="http://schemas.microsoft.com/office/drawing/2017/decorative" val="1"/>
              </a:ext>
            </a:extLst>
          </p:cNvPr>
          <p:cNvGrpSpPr/>
          <p:nvPr userDrawn="1"/>
        </p:nvGrpSpPr>
        <p:grpSpPr>
          <a:xfrm>
            <a:off x="5756620" y="736826"/>
            <a:ext cx="1598829" cy="531293"/>
            <a:chOff x="2504802" y="1755501"/>
            <a:chExt cx="1598829" cy="531293"/>
          </a:xfrm>
          <a:solidFill>
            <a:schemeClr val="tx1"/>
          </a:solidFill>
        </p:grpSpPr>
        <p:sp>
          <p:nvSpPr>
            <p:cNvPr id="10" name="Freeform: Shape 9">
              <a:extLst>
                <a:ext uri="{FF2B5EF4-FFF2-40B4-BE49-F238E27FC236}">
                  <a16:creationId xmlns:a16="http://schemas.microsoft.com/office/drawing/2014/main" id="{AE637E45-FDA6-4FDD-96BD-4728E6FEF3C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34CE57ED-0E56-4B8D-BFC4-44C434AB2F54}"/>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2" name="Group 11">
            <a:extLst>
              <a:ext uri="{FF2B5EF4-FFF2-40B4-BE49-F238E27FC236}">
                <a16:creationId xmlns:a16="http://schemas.microsoft.com/office/drawing/2014/main" id="{D6B131DC-4B42-4E21-8EE4-FCF7D6602B71}"/>
              </a:ext>
              <a:ext uri="{C183D7F6-B498-43B3-948B-1728B52AA6E4}">
                <adec:decorative xmlns:adec="http://schemas.microsoft.com/office/drawing/2017/decorative" val="1"/>
              </a:ext>
            </a:extLst>
          </p:cNvPr>
          <p:cNvGrpSpPr/>
          <p:nvPr userDrawn="1"/>
        </p:nvGrpSpPr>
        <p:grpSpPr>
          <a:xfrm>
            <a:off x="10885765" y="619275"/>
            <a:ext cx="932200" cy="932200"/>
            <a:chOff x="10791258" y="619275"/>
            <a:chExt cx="932200" cy="932200"/>
          </a:xfrm>
        </p:grpSpPr>
        <p:sp>
          <p:nvSpPr>
            <p:cNvPr id="13" name="Graphic 212">
              <a:extLst>
                <a:ext uri="{FF2B5EF4-FFF2-40B4-BE49-F238E27FC236}">
                  <a16:creationId xmlns:a16="http://schemas.microsoft.com/office/drawing/2014/main" id="{D826499E-185F-4853-8982-212973714079}"/>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Graphic 212">
              <a:extLst>
                <a:ext uri="{FF2B5EF4-FFF2-40B4-BE49-F238E27FC236}">
                  <a16:creationId xmlns:a16="http://schemas.microsoft.com/office/drawing/2014/main" id="{4B93A407-DCC0-4287-A189-DAFDA6CE5D81}"/>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grpSp>
        <p:nvGrpSpPr>
          <p:cNvPr id="15" name="Group 14">
            <a:extLst>
              <a:ext uri="{FF2B5EF4-FFF2-40B4-BE49-F238E27FC236}">
                <a16:creationId xmlns:a16="http://schemas.microsoft.com/office/drawing/2014/main" id="{3B628FE6-4C4F-49A8-9B42-67396AB1B101}"/>
              </a:ext>
              <a:ext uri="{C183D7F6-B498-43B3-948B-1728B52AA6E4}">
                <adec:decorative xmlns:adec="http://schemas.microsoft.com/office/drawing/2017/decorative" val="1"/>
              </a:ext>
            </a:extLst>
          </p:cNvPr>
          <p:cNvGrpSpPr/>
          <p:nvPr userDrawn="1"/>
        </p:nvGrpSpPr>
        <p:grpSpPr>
          <a:xfrm>
            <a:off x="10631201" y="4961088"/>
            <a:ext cx="1152011" cy="1152022"/>
            <a:chOff x="10154386" y="4452483"/>
            <a:chExt cx="1443404" cy="1443418"/>
          </a:xfrm>
          <a:solidFill>
            <a:schemeClr val="tx1"/>
          </a:solidFill>
        </p:grpSpPr>
        <p:grpSp>
          <p:nvGrpSpPr>
            <p:cNvPr id="16" name="Graphic 4">
              <a:extLst>
                <a:ext uri="{FF2B5EF4-FFF2-40B4-BE49-F238E27FC236}">
                  <a16:creationId xmlns:a16="http://schemas.microsoft.com/office/drawing/2014/main" id="{31A752B8-0B61-4973-8AE2-32B13026F5D0}"/>
                </a:ext>
              </a:extLst>
            </p:cNvPr>
            <p:cNvGrpSpPr/>
            <p:nvPr/>
          </p:nvGrpSpPr>
          <p:grpSpPr>
            <a:xfrm>
              <a:off x="10154386" y="4452483"/>
              <a:ext cx="1443404" cy="1443418"/>
              <a:chOff x="5734037" y="3067039"/>
              <a:chExt cx="724483" cy="724489"/>
            </a:xfrm>
            <a:grpFill/>
          </p:grpSpPr>
          <p:sp>
            <p:nvSpPr>
              <p:cNvPr id="189" name="Freeform: Shape 188">
                <a:extLst>
                  <a:ext uri="{FF2B5EF4-FFF2-40B4-BE49-F238E27FC236}">
                    <a16:creationId xmlns:a16="http://schemas.microsoft.com/office/drawing/2014/main" id="{5B0C923D-2B15-4591-91AF-7076EB2D39D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0" name="Freeform: Shape 189">
                <a:extLst>
                  <a:ext uri="{FF2B5EF4-FFF2-40B4-BE49-F238E27FC236}">
                    <a16:creationId xmlns:a16="http://schemas.microsoft.com/office/drawing/2014/main" id="{F67576B0-A9FB-4DBF-AAB2-BC4FE937A4D4}"/>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1" name="Freeform: Shape 190">
                <a:extLst>
                  <a:ext uri="{FF2B5EF4-FFF2-40B4-BE49-F238E27FC236}">
                    <a16:creationId xmlns:a16="http://schemas.microsoft.com/office/drawing/2014/main" id="{78EDA74C-F639-4A1A-AF63-97CE1722791F}"/>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2" name="Freeform: Shape 191">
                <a:extLst>
                  <a:ext uri="{FF2B5EF4-FFF2-40B4-BE49-F238E27FC236}">
                    <a16:creationId xmlns:a16="http://schemas.microsoft.com/office/drawing/2014/main" id="{47349CA4-9AF7-4B7C-B97D-32FCC9A753C0}"/>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3" name="Freeform: Shape 192">
                <a:extLst>
                  <a:ext uri="{FF2B5EF4-FFF2-40B4-BE49-F238E27FC236}">
                    <a16:creationId xmlns:a16="http://schemas.microsoft.com/office/drawing/2014/main" id="{DBBF3B76-9FD5-449B-9E6D-B2AE17BCC28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4" name="Freeform: Shape 193">
                <a:extLst>
                  <a:ext uri="{FF2B5EF4-FFF2-40B4-BE49-F238E27FC236}">
                    <a16:creationId xmlns:a16="http://schemas.microsoft.com/office/drawing/2014/main" id="{E83A7097-449B-446C-9207-5C00FAB2EE58}"/>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5" name="Freeform: Shape 194">
                <a:extLst>
                  <a:ext uri="{FF2B5EF4-FFF2-40B4-BE49-F238E27FC236}">
                    <a16:creationId xmlns:a16="http://schemas.microsoft.com/office/drawing/2014/main" id="{E8BCF978-C1B0-4C0E-885B-67F829DF35F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6" name="Freeform: Shape 195">
                <a:extLst>
                  <a:ext uri="{FF2B5EF4-FFF2-40B4-BE49-F238E27FC236}">
                    <a16:creationId xmlns:a16="http://schemas.microsoft.com/office/drawing/2014/main" id="{5F8A090D-EE01-4AE0-9B9D-A052A136192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7" name="Freeform: Shape 196">
                <a:extLst>
                  <a:ext uri="{FF2B5EF4-FFF2-40B4-BE49-F238E27FC236}">
                    <a16:creationId xmlns:a16="http://schemas.microsoft.com/office/drawing/2014/main" id="{F4973935-CD40-43B9-85EE-A0891CDFDFB7}"/>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8" name="Freeform: Shape 197">
                <a:extLst>
                  <a:ext uri="{FF2B5EF4-FFF2-40B4-BE49-F238E27FC236}">
                    <a16:creationId xmlns:a16="http://schemas.microsoft.com/office/drawing/2014/main" id="{09BF59A1-43BA-4CAA-B07E-0753B83A0711}"/>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9" name="Freeform: Shape 198">
                <a:extLst>
                  <a:ext uri="{FF2B5EF4-FFF2-40B4-BE49-F238E27FC236}">
                    <a16:creationId xmlns:a16="http://schemas.microsoft.com/office/drawing/2014/main" id="{F7F71212-DEF7-4416-8DD0-706B9D618165}"/>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0" name="Freeform: Shape 199">
                <a:extLst>
                  <a:ext uri="{FF2B5EF4-FFF2-40B4-BE49-F238E27FC236}">
                    <a16:creationId xmlns:a16="http://schemas.microsoft.com/office/drawing/2014/main" id="{61491CF5-2443-474B-83A8-EED5E8ABCCEB}"/>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1" name="Freeform: Shape 200">
                <a:extLst>
                  <a:ext uri="{FF2B5EF4-FFF2-40B4-BE49-F238E27FC236}">
                    <a16:creationId xmlns:a16="http://schemas.microsoft.com/office/drawing/2014/main" id="{7A1D052A-A011-4CC1-9757-2742CF613DDE}"/>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2" name="Freeform: Shape 201">
                <a:extLst>
                  <a:ext uri="{FF2B5EF4-FFF2-40B4-BE49-F238E27FC236}">
                    <a16:creationId xmlns:a16="http://schemas.microsoft.com/office/drawing/2014/main" id="{15DD3330-9838-49F4-9837-D557F3577937}"/>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3" name="Freeform: Shape 202">
                <a:extLst>
                  <a:ext uri="{FF2B5EF4-FFF2-40B4-BE49-F238E27FC236}">
                    <a16:creationId xmlns:a16="http://schemas.microsoft.com/office/drawing/2014/main" id="{085E7E4A-1EBD-4D0A-89D3-0E91CE94BB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4" name="Freeform: Shape 203">
                <a:extLst>
                  <a:ext uri="{FF2B5EF4-FFF2-40B4-BE49-F238E27FC236}">
                    <a16:creationId xmlns:a16="http://schemas.microsoft.com/office/drawing/2014/main" id="{98509262-3560-484E-B2A3-65F83E2AFF4B}"/>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5" name="Freeform: Shape 204">
                <a:extLst>
                  <a:ext uri="{FF2B5EF4-FFF2-40B4-BE49-F238E27FC236}">
                    <a16:creationId xmlns:a16="http://schemas.microsoft.com/office/drawing/2014/main" id="{82C01EF0-EFE1-4857-9C0F-983EF16648B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6" name="Freeform: Shape 205">
                <a:extLst>
                  <a:ext uri="{FF2B5EF4-FFF2-40B4-BE49-F238E27FC236}">
                    <a16:creationId xmlns:a16="http://schemas.microsoft.com/office/drawing/2014/main" id="{B35C6DB3-278C-4B06-AEE3-44D85C12E1AE}"/>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7" name="Freeform: Shape 206">
                <a:extLst>
                  <a:ext uri="{FF2B5EF4-FFF2-40B4-BE49-F238E27FC236}">
                    <a16:creationId xmlns:a16="http://schemas.microsoft.com/office/drawing/2014/main" id="{13D90D10-B54E-4E2F-B5C7-3F4F5AA85C5C}"/>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8" name="Freeform: Shape 207">
                <a:extLst>
                  <a:ext uri="{FF2B5EF4-FFF2-40B4-BE49-F238E27FC236}">
                    <a16:creationId xmlns:a16="http://schemas.microsoft.com/office/drawing/2014/main" id="{BCF88EFC-8669-4711-B4D8-18F82A71520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9" name="Freeform: Shape 208">
                <a:extLst>
                  <a:ext uri="{FF2B5EF4-FFF2-40B4-BE49-F238E27FC236}">
                    <a16:creationId xmlns:a16="http://schemas.microsoft.com/office/drawing/2014/main" id="{1C7E26B7-A2C7-4069-94EE-F81FBFCC4F88}"/>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0" name="Freeform: Shape 209">
                <a:extLst>
                  <a:ext uri="{FF2B5EF4-FFF2-40B4-BE49-F238E27FC236}">
                    <a16:creationId xmlns:a16="http://schemas.microsoft.com/office/drawing/2014/main" id="{45992884-B014-448F-B303-A6346A877A4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1" name="Freeform: Shape 210">
                <a:extLst>
                  <a:ext uri="{FF2B5EF4-FFF2-40B4-BE49-F238E27FC236}">
                    <a16:creationId xmlns:a16="http://schemas.microsoft.com/office/drawing/2014/main" id="{CE046B60-49AE-4A06-93E1-022974B3A738}"/>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2" name="Freeform: Shape 211">
                <a:extLst>
                  <a:ext uri="{FF2B5EF4-FFF2-40B4-BE49-F238E27FC236}">
                    <a16:creationId xmlns:a16="http://schemas.microsoft.com/office/drawing/2014/main" id="{48BEAE27-271C-428D-B5EF-F87F7359F6F0}"/>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3" name="Freeform: Shape 212">
                <a:extLst>
                  <a:ext uri="{FF2B5EF4-FFF2-40B4-BE49-F238E27FC236}">
                    <a16:creationId xmlns:a16="http://schemas.microsoft.com/office/drawing/2014/main" id="{A5A27244-274D-4D7E-A8D4-73F2256E8BA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4" name="Freeform: Shape 213">
                <a:extLst>
                  <a:ext uri="{FF2B5EF4-FFF2-40B4-BE49-F238E27FC236}">
                    <a16:creationId xmlns:a16="http://schemas.microsoft.com/office/drawing/2014/main" id="{15FC6F33-B59A-4CCB-A310-45A01574AAD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5" name="Freeform: Shape 214">
                <a:extLst>
                  <a:ext uri="{FF2B5EF4-FFF2-40B4-BE49-F238E27FC236}">
                    <a16:creationId xmlns:a16="http://schemas.microsoft.com/office/drawing/2014/main" id="{58C7C55E-C35B-401E-9068-C22F2EE68C87}"/>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6" name="Freeform: Shape 215">
                <a:extLst>
                  <a:ext uri="{FF2B5EF4-FFF2-40B4-BE49-F238E27FC236}">
                    <a16:creationId xmlns:a16="http://schemas.microsoft.com/office/drawing/2014/main" id="{4B71E863-1694-4370-85E9-A4DC7C544C30}"/>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7" name="Freeform: Shape 216">
                <a:extLst>
                  <a:ext uri="{FF2B5EF4-FFF2-40B4-BE49-F238E27FC236}">
                    <a16:creationId xmlns:a16="http://schemas.microsoft.com/office/drawing/2014/main" id="{B6F72D1A-6378-49EA-83B7-3EF500030604}"/>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8" name="Freeform: Shape 217">
                <a:extLst>
                  <a:ext uri="{FF2B5EF4-FFF2-40B4-BE49-F238E27FC236}">
                    <a16:creationId xmlns:a16="http://schemas.microsoft.com/office/drawing/2014/main" id="{7D8F79E4-2781-44A0-A4FB-9F34DDD998C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9" name="Freeform: Shape 218">
                <a:extLst>
                  <a:ext uri="{FF2B5EF4-FFF2-40B4-BE49-F238E27FC236}">
                    <a16:creationId xmlns:a16="http://schemas.microsoft.com/office/drawing/2014/main" id="{112401E9-7F6C-44FD-BFDB-6AB513E34F13}"/>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0" name="Freeform: Shape 219">
                <a:extLst>
                  <a:ext uri="{FF2B5EF4-FFF2-40B4-BE49-F238E27FC236}">
                    <a16:creationId xmlns:a16="http://schemas.microsoft.com/office/drawing/2014/main" id="{70EF4569-106C-4743-8A96-58E8F8914E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1" name="Freeform: Shape 220">
                <a:extLst>
                  <a:ext uri="{FF2B5EF4-FFF2-40B4-BE49-F238E27FC236}">
                    <a16:creationId xmlns:a16="http://schemas.microsoft.com/office/drawing/2014/main" id="{A8672656-3AB6-45FA-9178-6EEA584AC60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2" name="Freeform: Shape 221">
                <a:extLst>
                  <a:ext uri="{FF2B5EF4-FFF2-40B4-BE49-F238E27FC236}">
                    <a16:creationId xmlns:a16="http://schemas.microsoft.com/office/drawing/2014/main" id="{3BE34346-DF8F-40ED-9960-375A6B408972}"/>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3" name="Freeform: Shape 222">
                <a:extLst>
                  <a:ext uri="{FF2B5EF4-FFF2-40B4-BE49-F238E27FC236}">
                    <a16:creationId xmlns:a16="http://schemas.microsoft.com/office/drawing/2014/main" id="{D2F41219-5DFE-4991-8A7E-D81EC1C2B5E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4" name="Freeform: Shape 223">
                <a:extLst>
                  <a:ext uri="{FF2B5EF4-FFF2-40B4-BE49-F238E27FC236}">
                    <a16:creationId xmlns:a16="http://schemas.microsoft.com/office/drawing/2014/main" id="{631B6AB5-7C4A-4437-A6BF-C6A236896589}"/>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5" name="Freeform: Shape 224">
                <a:extLst>
                  <a:ext uri="{FF2B5EF4-FFF2-40B4-BE49-F238E27FC236}">
                    <a16:creationId xmlns:a16="http://schemas.microsoft.com/office/drawing/2014/main" id="{897203B5-EF0D-4F4C-A4B6-B5582F7D6A7E}"/>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6" name="Freeform: Shape 225">
                <a:extLst>
                  <a:ext uri="{FF2B5EF4-FFF2-40B4-BE49-F238E27FC236}">
                    <a16:creationId xmlns:a16="http://schemas.microsoft.com/office/drawing/2014/main" id="{F7733105-9EB9-4EF2-8F40-6AD21A844C7D}"/>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7" name="Freeform: Shape 226">
                <a:extLst>
                  <a:ext uri="{FF2B5EF4-FFF2-40B4-BE49-F238E27FC236}">
                    <a16:creationId xmlns:a16="http://schemas.microsoft.com/office/drawing/2014/main" id="{E63EBB4B-F5A7-4554-A0C3-AED6ACAE8C3F}"/>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8" name="Freeform: Shape 227">
                <a:extLst>
                  <a:ext uri="{FF2B5EF4-FFF2-40B4-BE49-F238E27FC236}">
                    <a16:creationId xmlns:a16="http://schemas.microsoft.com/office/drawing/2014/main" id="{CCC74397-5624-4735-BE79-E16C6A12912A}"/>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9" name="Freeform: Shape 228">
                <a:extLst>
                  <a:ext uri="{FF2B5EF4-FFF2-40B4-BE49-F238E27FC236}">
                    <a16:creationId xmlns:a16="http://schemas.microsoft.com/office/drawing/2014/main" id="{A9A30123-68A7-4CAF-ACA1-E089D30CE5F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0" name="Freeform: Shape 229">
                <a:extLst>
                  <a:ext uri="{FF2B5EF4-FFF2-40B4-BE49-F238E27FC236}">
                    <a16:creationId xmlns:a16="http://schemas.microsoft.com/office/drawing/2014/main" id="{341E089E-6C28-47B4-8F8D-DC7B2964BFDE}"/>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1" name="Freeform: Shape 230">
                <a:extLst>
                  <a:ext uri="{FF2B5EF4-FFF2-40B4-BE49-F238E27FC236}">
                    <a16:creationId xmlns:a16="http://schemas.microsoft.com/office/drawing/2014/main" id="{60C3E376-3FA2-4F28-8E26-5126E54F2D3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2" name="Freeform: Shape 231">
                <a:extLst>
                  <a:ext uri="{FF2B5EF4-FFF2-40B4-BE49-F238E27FC236}">
                    <a16:creationId xmlns:a16="http://schemas.microsoft.com/office/drawing/2014/main" id="{4452E443-8362-453F-8594-E2C5D05D3398}"/>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3" name="Freeform: Shape 232">
                <a:extLst>
                  <a:ext uri="{FF2B5EF4-FFF2-40B4-BE49-F238E27FC236}">
                    <a16:creationId xmlns:a16="http://schemas.microsoft.com/office/drawing/2014/main" id="{C2043C4D-27CC-45D6-9A62-966A77DD5812}"/>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4" name="Freeform: Shape 233">
                <a:extLst>
                  <a:ext uri="{FF2B5EF4-FFF2-40B4-BE49-F238E27FC236}">
                    <a16:creationId xmlns:a16="http://schemas.microsoft.com/office/drawing/2014/main" id="{F2D98196-D099-495E-A828-A073967D67FB}"/>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5" name="Freeform: Shape 234">
                <a:extLst>
                  <a:ext uri="{FF2B5EF4-FFF2-40B4-BE49-F238E27FC236}">
                    <a16:creationId xmlns:a16="http://schemas.microsoft.com/office/drawing/2014/main" id="{68586E33-BCEF-4B0E-95AC-B1E8EA25C6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6" name="Freeform: Shape 235">
                <a:extLst>
                  <a:ext uri="{FF2B5EF4-FFF2-40B4-BE49-F238E27FC236}">
                    <a16:creationId xmlns:a16="http://schemas.microsoft.com/office/drawing/2014/main" id="{D088D3EB-C95E-441B-8F56-F04DDB19F1B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7" name="Freeform: Shape 236">
                <a:extLst>
                  <a:ext uri="{FF2B5EF4-FFF2-40B4-BE49-F238E27FC236}">
                    <a16:creationId xmlns:a16="http://schemas.microsoft.com/office/drawing/2014/main" id="{635A3D28-BCDB-445F-800B-8DE8585F6A30}"/>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8" name="Freeform: Shape 237">
                <a:extLst>
                  <a:ext uri="{FF2B5EF4-FFF2-40B4-BE49-F238E27FC236}">
                    <a16:creationId xmlns:a16="http://schemas.microsoft.com/office/drawing/2014/main" id="{49C1D7F6-B9CD-46FF-9058-CD4E3DC2EC5C}"/>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9" name="Freeform: Shape 238">
                <a:extLst>
                  <a:ext uri="{FF2B5EF4-FFF2-40B4-BE49-F238E27FC236}">
                    <a16:creationId xmlns:a16="http://schemas.microsoft.com/office/drawing/2014/main" id="{9942B8B8-7819-434C-902E-8BF793967CF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0" name="Freeform: Shape 239">
                <a:extLst>
                  <a:ext uri="{FF2B5EF4-FFF2-40B4-BE49-F238E27FC236}">
                    <a16:creationId xmlns:a16="http://schemas.microsoft.com/office/drawing/2014/main" id="{CDF6FF28-FCCB-4FD3-B5EC-8F9E3F4A1F0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1" name="Freeform: Shape 240">
                <a:extLst>
                  <a:ext uri="{FF2B5EF4-FFF2-40B4-BE49-F238E27FC236}">
                    <a16:creationId xmlns:a16="http://schemas.microsoft.com/office/drawing/2014/main" id="{36634934-EC58-49CF-8AF5-0D1AD757663A}"/>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2" name="Freeform: Shape 241">
                <a:extLst>
                  <a:ext uri="{FF2B5EF4-FFF2-40B4-BE49-F238E27FC236}">
                    <a16:creationId xmlns:a16="http://schemas.microsoft.com/office/drawing/2014/main" id="{2A938075-EEBB-426F-AAEF-8DB877F1BF9F}"/>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3" name="Freeform: Shape 242">
                <a:extLst>
                  <a:ext uri="{FF2B5EF4-FFF2-40B4-BE49-F238E27FC236}">
                    <a16:creationId xmlns:a16="http://schemas.microsoft.com/office/drawing/2014/main" id="{9CF2395A-C8FA-4CE0-BADE-AD9620DCAC9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4" name="Freeform: Shape 243">
                <a:extLst>
                  <a:ext uri="{FF2B5EF4-FFF2-40B4-BE49-F238E27FC236}">
                    <a16:creationId xmlns:a16="http://schemas.microsoft.com/office/drawing/2014/main" id="{724C8CBB-AE30-4BDE-9609-6AD9DC4F1A8E}"/>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5" name="Freeform: Shape 244">
                <a:extLst>
                  <a:ext uri="{FF2B5EF4-FFF2-40B4-BE49-F238E27FC236}">
                    <a16:creationId xmlns:a16="http://schemas.microsoft.com/office/drawing/2014/main" id="{75077D00-21A4-4EA4-A836-2E6F377DC283}"/>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6" name="Freeform: Shape 245">
                <a:extLst>
                  <a:ext uri="{FF2B5EF4-FFF2-40B4-BE49-F238E27FC236}">
                    <a16:creationId xmlns:a16="http://schemas.microsoft.com/office/drawing/2014/main" id="{BFE1D84B-3E9B-4355-AB70-29BD0813469B}"/>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7" name="Freeform: Shape 246">
                <a:extLst>
                  <a:ext uri="{FF2B5EF4-FFF2-40B4-BE49-F238E27FC236}">
                    <a16:creationId xmlns:a16="http://schemas.microsoft.com/office/drawing/2014/main" id="{7E91096F-72A7-40D5-8D94-E473A526218C}"/>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8" name="Freeform: Shape 247">
                <a:extLst>
                  <a:ext uri="{FF2B5EF4-FFF2-40B4-BE49-F238E27FC236}">
                    <a16:creationId xmlns:a16="http://schemas.microsoft.com/office/drawing/2014/main" id="{0EB75445-3187-4401-86FD-A85FA620C85F}"/>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9" name="Freeform: Shape 248">
                <a:extLst>
                  <a:ext uri="{FF2B5EF4-FFF2-40B4-BE49-F238E27FC236}">
                    <a16:creationId xmlns:a16="http://schemas.microsoft.com/office/drawing/2014/main" id="{1D95CA2E-E941-4D26-B91B-7CDAE8112AC0}"/>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0" name="Freeform: Shape 249">
                <a:extLst>
                  <a:ext uri="{FF2B5EF4-FFF2-40B4-BE49-F238E27FC236}">
                    <a16:creationId xmlns:a16="http://schemas.microsoft.com/office/drawing/2014/main" id="{8A8CFFAC-749B-484A-8C17-634131D9C09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1" name="Freeform: Shape 250">
                <a:extLst>
                  <a:ext uri="{FF2B5EF4-FFF2-40B4-BE49-F238E27FC236}">
                    <a16:creationId xmlns:a16="http://schemas.microsoft.com/office/drawing/2014/main" id="{3125F4A7-EAFB-49D2-848F-8D0C044BE27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2" name="Freeform: Shape 251">
                <a:extLst>
                  <a:ext uri="{FF2B5EF4-FFF2-40B4-BE49-F238E27FC236}">
                    <a16:creationId xmlns:a16="http://schemas.microsoft.com/office/drawing/2014/main" id="{B9B9B3BB-4B8E-4C75-96EA-4C2048C6F232}"/>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3" name="Freeform: Shape 252">
                <a:extLst>
                  <a:ext uri="{FF2B5EF4-FFF2-40B4-BE49-F238E27FC236}">
                    <a16:creationId xmlns:a16="http://schemas.microsoft.com/office/drawing/2014/main" id="{9017FF82-4E07-4642-AD9E-BB96D42BD639}"/>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4" name="Freeform: Shape 253">
                <a:extLst>
                  <a:ext uri="{FF2B5EF4-FFF2-40B4-BE49-F238E27FC236}">
                    <a16:creationId xmlns:a16="http://schemas.microsoft.com/office/drawing/2014/main" id="{6B1971AE-14DC-4045-882C-6B2E0CE3B16B}"/>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5" name="Freeform: Shape 254">
                <a:extLst>
                  <a:ext uri="{FF2B5EF4-FFF2-40B4-BE49-F238E27FC236}">
                    <a16:creationId xmlns:a16="http://schemas.microsoft.com/office/drawing/2014/main" id="{AA8CD457-0651-4ECC-81C7-C21EE779EDDA}"/>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6" name="Freeform: Shape 255">
                <a:extLst>
                  <a:ext uri="{FF2B5EF4-FFF2-40B4-BE49-F238E27FC236}">
                    <a16:creationId xmlns:a16="http://schemas.microsoft.com/office/drawing/2014/main" id="{65833210-69A5-47FF-8EA9-99D9E28B8D6D}"/>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7" name="Freeform: Shape 256">
                <a:extLst>
                  <a:ext uri="{FF2B5EF4-FFF2-40B4-BE49-F238E27FC236}">
                    <a16:creationId xmlns:a16="http://schemas.microsoft.com/office/drawing/2014/main" id="{C04C7A32-9FAA-4F63-9C56-4924343522E5}"/>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8" name="Freeform: Shape 257">
                <a:extLst>
                  <a:ext uri="{FF2B5EF4-FFF2-40B4-BE49-F238E27FC236}">
                    <a16:creationId xmlns:a16="http://schemas.microsoft.com/office/drawing/2014/main" id="{49DC777D-C77C-4470-B4AF-C884887B0C9C}"/>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9" name="Freeform: Shape 258">
                <a:extLst>
                  <a:ext uri="{FF2B5EF4-FFF2-40B4-BE49-F238E27FC236}">
                    <a16:creationId xmlns:a16="http://schemas.microsoft.com/office/drawing/2014/main" id="{158BF1D0-C876-400E-A139-5CE34D9B7581}"/>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0" name="Freeform: Shape 259">
                <a:extLst>
                  <a:ext uri="{FF2B5EF4-FFF2-40B4-BE49-F238E27FC236}">
                    <a16:creationId xmlns:a16="http://schemas.microsoft.com/office/drawing/2014/main" id="{12B92D7A-51EB-488C-8B4A-2DA48105CA0C}"/>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1" name="Freeform: Shape 260">
                <a:extLst>
                  <a:ext uri="{FF2B5EF4-FFF2-40B4-BE49-F238E27FC236}">
                    <a16:creationId xmlns:a16="http://schemas.microsoft.com/office/drawing/2014/main" id="{36F35362-EC6C-4B99-8EA0-B2E5F7E5754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2" name="Freeform: Shape 261">
                <a:extLst>
                  <a:ext uri="{FF2B5EF4-FFF2-40B4-BE49-F238E27FC236}">
                    <a16:creationId xmlns:a16="http://schemas.microsoft.com/office/drawing/2014/main" id="{E198CDFA-E8E4-4AB8-8152-70D0A99017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3" name="Freeform: Shape 262">
                <a:extLst>
                  <a:ext uri="{FF2B5EF4-FFF2-40B4-BE49-F238E27FC236}">
                    <a16:creationId xmlns:a16="http://schemas.microsoft.com/office/drawing/2014/main" id="{0A6E867E-E4D5-4962-B1E3-40C1EBAD454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4" name="Freeform: Shape 263">
                <a:extLst>
                  <a:ext uri="{FF2B5EF4-FFF2-40B4-BE49-F238E27FC236}">
                    <a16:creationId xmlns:a16="http://schemas.microsoft.com/office/drawing/2014/main" id="{80E476FD-96DE-446C-867F-9D329645237F}"/>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5" name="Freeform: Shape 264">
                <a:extLst>
                  <a:ext uri="{FF2B5EF4-FFF2-40B4-BE49-F238E27FC236}">
                    <a16:creationId xmlns:a16="http://schemas.microsoft.com/office/drawing/2014/main" id="{2A4B1DEE-9DE5-44FA-999C-35FC48FFD87B}"/>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6" name="Freeform: Shape 265">
                <a:extLst>
                  <a:ext uri="{FF2B5EF4-FFF2-40B4-BE49-F238E27FC236}">
                    <a16:creationId xmlns:a16="http://schemas.microsoft.com/office/drawing/2014/main" id="{B0466F5E-3E96-4F81-8A0D-03BE09971D09}"/>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7" name="Freeform: Shape 266">
                <a:extLst>
                  <a:ext uri="{FF2B5EF4-FFF2-40B4-BE49-F238E27FC236}">
                    <a16:creationId xmlns:a16="http://schemas.microsoft.com/office/drawing/2014/main" id="{7F10273E-D499-4A93-806B-29552CFEAB9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8" name="Freeform: Shape 267">
                <a:extLst>
                  <a:ext uri="{FF2B5EF4-FFF2-40B4-BE49-F238E27FC236}">
                    <a16:creationId xmlns:a16="http://schemas.microsoft.com/office/drawing/2014/main" id="{9F109E66-58F5-49F9-A8FA-C2C6B9D3314D}"/>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9" name="Freeform: Shape 268">
                <a:extLst>
                  <a:ext uri="{FF2B5EF4-FFF2-40B4-BE49-F238E27FC236}">
                    <a16:creationId xmlns:a16="http://schemas.microsoft.com/office/drawing/2014/main" id="{BEFEAFE3-481D-4BD8-8E0E-FD2D6514759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0" name="Freeform: Shape 269">
                <a:extLst>
                  <a:ext uri="{FF2B5EF4-FFF2-40B4-BE49-F238E27FC236}">
                    <a16:creationId xmlns:a16="http://schemas.microsoft.com/office/drawing/2014/main" id="{4D9F94D2-04D5-4055-ABB3-12E2D54D9168}"/>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1" name="Freeform: Shape 270">
                <a:extLst>
                  <a:ext uri="{FF2B5EF4-FFF2-40B4-BE49-F238E27FC236}">
                    <a16:creationId xmlns:a16="http://schemas.microsoft.com/office/drawing/2014/main" id="{8DF12218-DA8B-4C9D-AC25-6E4EB9E5157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2" name="Freeform: Shape 271">
                <a:extLst>
                  <a:ext uri="{FF2B5EF4-FFF2-40B4-BE49-F238E27FC236}">
                    <a16:creationId xmlns:a16="http://schemas.microsoft.com/office/drawing/2014/main" id="{0EBFC3D4-98BB-45EA-B787-42AD1392C199}"/>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3" name="Freeform: Shape 272">
                <a:extLst>
                  <a:ext uri="{FF2B5EF4-FFF2-40B4-BE49-F238E27FC236}">
                    <a16:creationId xmlns:a16="http://schemas.microsoft.com/office/drawing/2014/main" id="{B012490F-C6CB-4B2B-ACEE-164410E430A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4" name="Freeform: Shape 273">
                <a:extLst>
                  <a:ext uri="{FF2B5EF4-FFF2-40B4-BE49-F238E27FC236}">
                    <a16:creationId xmlns:a16="http://schemas.microsoft.com/office/drawing/2014/main" id="{C8A0CEBF-7017-4AE8-B110-4FB98A0931A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5" name="Freeform: Shape 274">
                <a:extLst>
                  <a:ext uri="{FF2B5EF4-FFF2-40B4-BE49-F238E27FC236}">
                    <a16:creationId xmlns:a16="http://schemas.microsoft.com/office/drawing/2014/main" id="{BFB90B3C-B2E2-41FC-852F-20935BD58D3F}"/>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6" name="Freeform: Shape 275">
                <a:extLst>
                  <a:ext uri="{FF2B5EF4-FFF2-40B4-BE49-F238E27FC236}">
                    <a16:creationId xmlns:a16="http://schemas.microsoft.com/office/drawing/2014/main" id="{AD216D02-05DA-4573-8119-B89DD39D163C}"/>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7" name="Freeform: Shape 276">
                <a:extLst>
                  <a:ext uri="{FF2B5EF4-FFF2-40B4-BE49-F238E27FC236}">
                    <a16:creationId xmlns:a16="http://schemas.microsoft.com/office/drawing/2014/main" id="{4AD95CA3-812D-4706-A483-37C60CEFCF96}"/>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8" name="Freeform: Shape 277">
                <a:extLst>
                  <a:ext uri="{FF2B5EF4-FFF2-40B4-BE49-F238E27FC236}">
                    <a16:creationId xmlns:a16="http://schemas.microsoft.com/office/drawing/2014/main" id="{ED7350CE-E616-42AC-8E07-41E9A7A07CA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9" name="Freeform: Shape 278">
                <a:extLst>
                  <a:ext uri="{FF2B5EF4-FFF2-40B4-BE49-F238E27FC236}">
                    <a16:creationId xmlns:a16="http://schemas.microsoft.com/office/drawing/2014/main" id="{87A359AE-1FD7-4EC0-9759-55B2173A6EFD}"/>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0" name="Freeform: Shape 279">
                <a:extLst>
                  <a:ext uri="{FF2B5EF4-FFF2-40B4-BE49-F238E27FC236}">
                    <a16:creationId xmlns:a16="http://schemas.microsoft.com/office/drawing/2014/main" id="{97A88E14-719D-4D47-A0A1-80D6780E8EED}"/>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1" name="Freeform: Shape 280">
                <a:extLst>
                  <a:ext uri="{FF2B5EF4-FFF2-40B4-BE49-F238E27FC236}">
                    <a16:creationId xmlns:a16="http://schemas.microsoft.com/office/drawing/2014/main" id="{D16E2313-CE29-4A31-AC81-790178F4746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2" name="Freeform: Shape 281">
                <a:extLst>
                  <a:ext uri="{FF2B5EF4-FFF2-40B4-BE49-F238E27FC236}">
                    <a16:creationId xmlns:a16="http://schemas.microsoft.com/office/drawing/2014/main" id="{1D1C4F29-D833-4964-B939-3B727AE1EA41}"/>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3" name="Freeform: Shape 282">
                <a:extLst>
                  <a:ext uri="{FF2B5EF4-FFF2-40B4-BE49-F238E27FC236}">
                    <a16:creationId xmlns:a16="http://schemas.microsoft.com/office/drawing/2014/main" id="{4AAC2964-5640-4A4F-AF95-C44533263206}"/>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4" name="Freeform: Shape 283">
                <a:extLst>
                  <a:ext uri="{FF2B5EF4-FFF2-40B4-BE49-F238E27FC236}">
                    <a16:creationId xmlns:a16="http://schemas.microsoft.com/office/drawing/2014/main" id="{234E3EAE-3024-4122-B3C9-D19EF89411B2}"/>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5" name="Freeform: Shape 284">
                <a:extLst>
                  <a:ext uri="{FF2B5EF4-FFF2-40B4-BE49-F238E27FC236}">
                    <a16:creationId xmlns:a16="http://schemas.microsoft.com/office/drawing/2014/main" id="{28FD952A-B49E-4AFD-BE46-A826C893BA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6" name="Freeform: Shape 285">
                <a:extLst>
                  <a:ext uri="{FF2B5EF4-FFF2-40B4-BE49-F238E27FC236}">
                    <a16:creationId xmlns:a16="http://schemas.microsoft.com/office/drawing/2014/main" id="{A8F11D09-106F-4800-8537-1511F52735A8}"/>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7" name="Freeform: Shape 286">
                <a:extLst>
                  <a:ext uri="{FF2B5EF4-FFF2-40B4-BE49-F238E27FC236}">
                    <a16:creationId xmlns:a16="http://schemas.microsoft.com/office/drawing/2014/main" id="{628B2A9C-BF81-4C2A-A82F-094822D91962}"/>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8" name="Freeform: Shape 287">
                <a:extLst>
                  <a:ext uri="{FF2B5EF4-FFF2-40B4-BE49-F238E27FC236}">
                    <a16:creationId xmlns:a16="http://schemas.microsoft.com/office/drawing/2014/main" id="{67DB4930-228B-47AF-AAF7-1BF8F1B48A13}"/>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9" name="Freeform: Shape 288">
                <a:extLst>
                  <a:ext uri="{FF2B5EF4-FFF2-40B4-BE49-F238E27FC236}">
                    <a16:creationId xmlns:a16="http://schemas.microsoft.com/office/drawing/2014/main" id="{5C000D14-C33C-4ABC-8859-916548DDFFB4}"/>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0" name="Freeform: Shape 289">
                <a:extLst>
                  <a:ext uri="{FF2B5EF4-FFF2-40B4-BE49-F238E27FC236}">
                    <a16:creationId xmlns:a16="http://schemas.microsoft.com/office/drawing/2014/main" id="{EFD3C8C8-BB59-449C-B55E-01F014FF2BD1}"/>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1" name="Freeform: Shape 290">
                <a:extLst>
                  <a:ext uri="{FF2B5EF4-FFF2-40B4-BE49-F238E27FC236}">
                    <a16:creationId xmlns:a16="http://schemas.microsoft.com/office/drawing/2014/main" id="{F67091D2-B1F6-4D9C-BE4A-EE3988A464AF}"/>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2" name="Freeform: Shape 291">
                <a:extLst>
                  <a:ext uri="{FF2B5EF4-FFF2-40B4-BE49-F238E27FC236}">
                    <a16:creationId xmlns:a16="http://schemas.microsoft.com/office/drawing/2014/main" id="{E696DB2D-BF32-49CF-A3D0-B5BCFFFC3A7C}"/>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3" name="Freeform: Shape 292">
                <a:extLst>
                  <a:ext uri="{FF2B5EF4-FFF2-40B4-BE49-F238E27FC236}">
                    <a16:creationId xmlns:a16="http://schemas.microsoft.com/office/drawing/2014/main" id="{DA9DFC77-4503-4E27-81F8-4EC423EE7F2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4" name="Freeform: Shape 293">
                <a:extLst>
                  <a:ext uri="{FF2B5EF4-FFF2-40B4-BE49-F238E27FC236}">
                    <a16:creationId xmlns:a16="http://schemas.microsoft.com/office/drawing/2014/main" id="{C9750606-8257-49A8-BAC6-8AF5245F225F}"/>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5" name="Freeform: Shape 294">
                <a:extLst>
                  <a:ext uri="{FF2B5EF4-FFF2-40B4-BE49-F238E27FC236}">
                    <a16:creationId xmlns:a16="http://schemas.microsoft.com/office/drawing/2014/main" id="{1FAF9961-6FEB-4F37-AA12-4123C2F348C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6" name="Freeform: Shape 295">
                <a:extLst>
                  <a:ext uri="{FF2B5EF4-FFF2-40B4-BE49-F238E27FC236}">
                    <a16:creationId xmlns:a16="http://schemas.microsoft.com/office/drawing/2014/main" id="{ECEB85EF-07A3-4915-972B-41652BD77A0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7" name="Freeform: Shape 296">
                <a:extLst>
                  <a:ext uri="{FF2B5EF4-FFF2-40B4-BE49-F238E27FC236}">
                    <a16:creationId xmlns:a16="http://schemas.microsoft.com/office/drawing/2014/main" id="{70E3C169-E198-408B-8C0B-6D107638EEA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8" name="Freeform: Shape 297">
                <a:extLst>
                  <a:ext uri="{FF2B5EF4-FFF2-40B4-BE49-F238E27FC236}">
                    <a16:creationId xmlns:a16="http://schemas.microsoft.com/office/drawing/2014/main" id="{F55D2648-69AF-4F06-B4E2-ED7EB64562C0}"/>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9" name="Freeform: Shape 298">
                <a:extLst>
                  <a:ext uri="{FF2B5EF4-FFF2-40B4-BE49-F238E27FC236}">
                    <a16:creationId xmlns:a16="http://schemas.microsoft.com/office/drawing/2014/main" id="{808EE613-DBD4-40A5-B2FC-FFE52B379596}"/>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0" name="Freeform: Shape 299">
                <a:extLst>
                  <a:ext uri="{FF2B5EF4-FFF2-40B4-BE49-F238E27FC236}">
                    <a16:creationId xmlns:a16="http://schemas.microsoft.com/office/drawing/2014/main" id="{5CF13D94-C51E-4F0C-93ED-89C74D5967D4}"/>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1" name="Freeform: Shape 300">
                <a:extLst>
                  <a:ext uri="{FF2B5EF4-FFF2-40B4-BE49-F238E27FC236}">
                    <a16:creationId xmlns:a16="http://schemas.microsoft.com/office/drawing/2014/main" id="{D02372BC-9E3F-430B-9E13-B750B7548287}"/>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2" name="Freeform: Shape 301">
                <a:extLst>
                  <a:ext uri="{FF2B5EF4-FFF2-40B4-BE49-F238E27FC236}">
                    <a16:creationId xmlns:a16="http://schemas.microsoft.com/office/drawing/2014/main" id="{5CC5A4DF-827D-4F25-A560-89C50AFC96F9}"/>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3" name="Freeform: Shape 302">
                <a:extLst>
                  <a:ext uri="{FF2B5EF4-FFF2-40B4-BE49-F238E27FC236}">
                    <a16:creationId xmlns:a16="http://schemas.microsoft.com/office/drawing/2014/main" id="{C664ED74-3F99-4CD6-9B08-8C66D3C2384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4" name="Freeform: Shape 303">
                <a:extLst>
                  <a:ext uri="{FF2B5EF4-FFF2-40B4-BE49-F238E27FC236}">
                    <a16:creationId xmlns:a16="http://schemas.microsoft.com/office/drawing/2014/main" id="{A366A050-ABC8-404E-9D19-88C1BFD746AD}"/>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5" name="Freeform: Shape 304">
                <a:extLst>
                  <a:ext uri="{FF2B5EF4-FFF2-40B4-BE49-F238E27FC236}">
                    <a16:creationId xmlns:a16="http://schemas.microsoft.com/office/drawing/2014/main" id="{E54F9189-EFA8-450C-9A79-2642C2815DC1}"/>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6" name="Freeform: Shape 305">
                <a:extLst>
                  <a:ext uri="{FF2B5EF4-FFF2-40B4-BE49-F238E27FC236}">
                    <a16:creationId xmlns:a16="http://schemas.microsoft.com/office/drawing/2014/main" id="{83474EF4-3910-4D27-8CE9-6B0571690FB0}"/>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7" name="Freeform: Shape 306">
                <a:extLst>
                  <a:ext uri="{FF2B5EF4-FFF2-40B4-BE49-F238E27FC236}">
                    <a16:creationId xmlns:a16="http://schemas.microsoft.com/office/drawing/2014/main" id="{07AF992F-ECBF-4DC7-AAD7-C89A905F51C3}"/>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8" name="Freeform: Shape 307">
                <a:extLst>
                  <a:ext uri="{FF2B5EF4-FFF2-40B4-BE49-F238E27FC236}">
                    <a16:creationId xmlns:a16="http://schemas.microsoft.com/office/drawing/2014/main" id="{8DF44771-0BBE-4ABF-A1A0-4F21168E9496}"/>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9" name="Freeform: Shape 308">
                <a:extLst>
                  <a:ext uri="{FF2B5EF4-FFF2-40B4-BE49-F238E27FC236}">
                    <a16:creationId xmlns:a16="http://schemas.microsoft.com/office/drawing/2014/main" id="{A83A06AC-4FF7-4E63-8018-3EC97686E21C}"/>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0" name="Freeform: Shape 309">
                <a:extLst>
                  <a:ext uri="{FF2B5EF4-FFF2-40B4-BE49-F238E27FC236}">
                    <a16:creationId xmlns:a16="http://schemas.microsoft.com/office/drawing/2014/main" id="{CF2D1DA8-92C8-41E9-B8CA-AA39868CBF09}"/>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1" name="Freeform: Shape 310">
                <a:extLst>
                  <a:ext uri="{FF2B5EF4-FFF2-40B4-BE49-F238E27FC236}">
                    <a16:creationId xmlns:a16="http://schemas.microsoft.com/office/drawing/2014/main" id="{CE7EB8CC-07A4-47A7-928A-8984C4706850}"/>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2" name="Freeform: Shape 311">
                <a:extLst>
                  <a:ext uri="{FF2B5EF4-FFF2-40B4-BE49-F238E27FC236}">
                    <a16:creationId xmlns:a16="http://schemas.microsoft.com/office/drawing/2014/main" id="{DD8F57F4-0054-4907-A5A4-FEA9B509AD3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3" name="Freeform: Shape 312">
                <a:extLst>
                  <a:ext uri="{FF2B5EF4-FFF2-40B4-BE49-F238E27FC236}">
                    <a16:creationId xmlns:a16="http://schemas.microsoft.com/office/drawing/2014/main" id="{60ED5BA9-E036-40AE-A6CC-0DECB39D5A46}"/>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4" name="Freeform: Shape 313">
                <a:extLst>
                  <a:ext uri="{FF2B5EF4-FFF2-40B4-BE49-F238E27FC236}">
                    <a16:creationId xmlns:a16="http://schemas.microsoft.com/office/drawing/2014/main" id="{0FD10507-E725-4668-A9B2-F1C23A57A16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5" name="Freeform: Shape 314">
                <a:extLst>
                  <a:ext uri="{FF2B5EF4-FFF2-40B4-BE49-F238E27FC236}">
                    <a16:creationId xmlns:a16="http://schemas.microsoft.com/office/drawing/2014/main" id="{D1C0A19B-7E91-4068-9AA4-14FA512E22BD}"/>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6" name="Freeform: Shape 315">
                <a:extLst>
                  <a:ext uri="{FF2B5EF4-FFF2-40B4-BE49-F238E27FC236}">
                    <a16:creationId xmlns:a16="http://schemas.microsoft.com/office/drawing/2014/main" id="{280850D2-6E89-4131-9FB7-A009F965BDE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7" name="Freeform: Shape 316">
                <a:extLst>
                  <a:ext uri="{FF2B5EF4-FFF2-40B4-BE49-F238E27FC236}">
                    <a16:creationId xmlns:a16="http://schemas.microsoft.com/office/drawing/2014/main" id="{9FE1F233-525B-490D-92CE-E84B86136916}"/>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8" name="Freeform: Shape 317">
                <a:extLst>
                  <a:ext uri="{FF2B5EF4-FFF2-40B4-BE49-F238E27FC236}">
                    <a16:creationId xmlns:a16="http://schemas.microsoft.com/office/drawing/2014/main" id="{7181D01C-96B5-44C1-A386-30CE0F738E0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9" name="Freeform: Shape 318">
                <a:extLst>
                  <a:ext uri="{FF2B5EF4-FFF2-40B4-BE49-F238E27FC236}">
                    <a16:creationId xmlns:a16="http://schemas.microsoft.com/office/drawing/2014/main" id="{E2B633A1-C30D-4403-AC8F-43AC6B9B7EA1}"/>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0" name="Freeform: Shape 319">
                <a:extLst>
                  <a:ext uri="{FF2B5EF4-FFF2-40B4-BE49-F238E27FC236}">
                    <a16:creationId xmlns:a16="http://schemas.microsoft.com/office/drawing/2014/main" id="{6A8ADFAF-7B99-4AF5-8AD0-6F6396B1E2AC}"/>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1" name="Freeform: Shape 320">
                <a:extLst>
                  <a:ext uri="{FF2B5EF4-FFF2-40B4-BE49-F238E27FC236}">
                    <a16:creationId xmlns:a16="http://schemas.microsoft.com/office/drawing/2014/main" id="{BF24EED6-9FF6-4D3B-B888-7C128BA748FD}"/>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2" name="Freeform: Shape 321">
                <a:extLst>
                  <a:ext uri="{FF2B5EF4-FFF2-40B4-BE49-F238E27FC236}">
                    <a16:creationId xmlns:a16="http://schemas.microsoft.com/office/drawing/2014/main" id="{6120BD91-6B39-4427-90EE-7F3AA46700A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3" name="Freeform: Shape 322">
                <a:extLst>
                  <a:ext uri="{FF2B5EF4-FFF2-40B4-BE49-F238E27FC236}">
                    <a16:creationId xmlns:a16="http://schemas.microsoft.com/office/drawing/2014/main" id="{99BA16F9-242B-4140-BC3F-17E34841473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4" name="Freeform: Shape 323">
                <a:extLst>
                  <a:ext uri="{FF2B5EF4-FFF2-40B4-BE49-F238E27FC236}">
                    <a16:creationId xmlns:a16="http://schemas.microsoft.com/office/drawing/2014/main" id="{814ACF54-DEC1-429C-85FA-022FE7302222}"/>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5" name="Freeform: Shape 324">
                <a:extLst>
                  <a:ext uri="{FF2B5EF4-FFF2-40B4-BE49-F238E27FC236}">
                    <a16:creationId xmlns:a16="http://schemas.microsoft.com/office/drawing/2014/main" id="{8E30803D-601A-44AA-8D2C-F89DB4ADF487}"/>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6" name="Freeform: Shape 325">
                <a:extLst>
                  <a:ext uri="{FF2B5EF4-FFF2-40B4-BE49-F238E27FC236}">
                    <a16:creationId xmlns:a16="http://schemas.microsoft.com/office/drawing/2014/main" id="{4E6EEE87-0C42-4413-8EA5-706C464D32B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7" name="Freeform: Shape 326">
                <a:extLst>
                  <a:ext uri="{FF2B5EF4-FFF2-40B4-BE49-F238E27FC236}">
                    <a16:creationId xmlns:a16="http://schemas.microsoft.com/office/drawing/2014/main" id="{0832DF18-6AAF-4499-8D30-5A79B18EC003}"/>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8" name="Freeform: Shape 327">
                <a:extLst>
                  <a:ext uri="{FF2B5EF4-FFF2-40B4-BE49-F238E27FC236}">
                    <a16:creationId xmlns:a16="http://schemas.microsoft.com/office/drawing/2014/main" id="{4AD66F08-011B-4A20-B1E5-D3A9A35AA4EB}"/>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9" name="Freeform: Shape 328">
                <a:extLst>
                  <a:ext uri="{FF2B5EF4-FFF2-40B4-BE49-F238E27FC236}">
                    <a16:creationId xmlns:a16="http://schemas.microsoft.com/office/drawing/2014/main" id="{BBD23BB3-08F2-47BC-B141-4E6ED9492AA2}"/>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0" name="Freeform: Shape 329">
                <a:extLst>
                  <a:ext uri="{FF2B5EF4-FFF2-40B4-BE49-F238E27FC236}">
                    <a16:creationId xmlns:a16="http://schemas.microsoft.com/office/drawing/2014/main" id="{B3CE711A-2069-42C1-98C4-4508B5943F6A}"/>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1" name="Freeform: Shape 330">
                <a:extLst>
                  <a:ext uri="{FF2B5EF4-FFF2-40B4-BE49-F238E27FC236}">
                    <a16:creationId xmlns:a16="http://schemas.microsoft.com/office/drawing/2014/main" id="{26B8F21B-C222-4784-8D4C-7D5D24EA1F38}"/>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2" name="Freeform: Shape 331">
                <a:extLst>
                  <a:ext uri="{FF2B5EF4-FFF2-40B4-BE49-F238E27FC236}">
                    <a16:creationId xmlns:a16="http://schemas.microsoft.com/office/drawing/2014/main" id="{58C4C653-04CF-45EA-92F4-3B76B0AA9719}"/>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3" name="Freeform: Shape 332">
                <a:extLst>
                  <a:ext uri="{FF2B5EF4-FFF2-40B4-BE49-F238E27FC236}">
                    <a16:creationId xmlns:a16="http://schemas.microsoft.com/office/drawing/2014/main" id="{755FD61D-1008-46FD-86B1-4F633814A45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4" name="Freeform: Shape 333">
                <a:extLst>
                  <a:ext uri="{FF2B5EF4-FFF2-40B4-BE49-F238E27FC236}">
                    <a16:creationId xmlns:a16="http://schemas.microsoft.com/office/drawing/2014/main" id="{A3DBC891-2610-4AC1-B1D3-806E504EF435}"/>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5" name="Freeform: Shape 334">
                <a:extLst>
                  <a:ext uri="{FF2B5EF4-FFF2-40B4-BE49-F238E27FC236}">
                    <a16:creationId xmlns:a16="http://schemas.microsoft.com/office/drawing/2014/main" id="{4D9F77CB-AC06-45E2-B791-BA0A7FC6A6C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6" name="Freeform: Shape 335">
                <a:extLst>
                  <a:ext uri="{FF2B5EF4-FFF2-40B4-BE49-F238E27FC236}">
                    <a16:creationId xmlns:a16="http://schemas.microsoft.com/office/drawing/2014/main" id="{9006458F-4478-468F-ADDA-3A1A260F2798}"/>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7" name="Freeform: Shape 336">
                <a:extLst>
                  <a:ext uri="{FF2B5EF4-FFF2-40B4-BE49-F238E27FC236}">
                    <a16:creationId xmlns:a16="http://schemas.microsoft.com/office/drawing/2014/main" id="{366818E9-6C2E-4220-8542-BD64F8B7EE81}"/>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8" name="Freeform: Shape 337">
                <a:extLst>
                  <a:ext uri="{FF2B5EF4-FFF2-40B4-BE49-F238E27FC236}">
                    <a16:creationId xmlns:a16="http://schemas.microsoft.com/office/drawing/2014/main" id="{BD7BF3C8-FAD3-44BA-A91A-7FCE6DCE83E9}"/>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9" name="Freeform: Shape 338">
                <a:extLst>
                  <a:ext uri="{FF2B5EF4-FFF2-40B4-BE49-F238E27FC236}">
                    <a16:creationId xmlns:a16="http://schemas.microsoft.com/office/drawing/2014/main" id="{A675950D-FE3F-4100-8304-02525FC59CA4}"/>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0" name="Freeform: Shape 339">
                <a:extLst>
                  <a:ext uri="{FF2B5EF4-FFF2-40B4-BE49-F238E27FC236}">
                    <a16:creationId xmlns:a16="http://schemas.microsoft.com/office/drawing/2014/main" id="{67959628-A9E4-4868-B5C4-02A208D9EABC}"/>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1" name="Freeform: Shape 340">
                <a:extLst>
                  <a:ext uri="{FF2B5EF4-FFF2-40B4-BE49-F238E27FC236}">
                    <a16:creationId xmlns:a16="http://schemas.microsoft.com/office/drawing/2014/main" id="{ADECC7F1-0F45-486A-A990-EB276BB3384F}"/>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2" name="Freeform: Shape 341">
                <a:extLst>
                  <a:ext uri="{FF2B5EF4-FFF2-40B4-BE49-F238E27FC236}">
                    <a16:creationId xmlns:a16="http://schemas.microsoft.com/office/drawing/2014/main" id="{1245F143-DC77-4399-A4A7-A1F3B391803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3" name="Freeform: Shape 342">
                <a:extLst>
                  <a:ext uri="{FF2B5EF4-FFF2-40B4-BE49-F238E27FC236}">
                    <a16:creationId xmlns:a16="http://schemas.microsoft.com/office/drawing/2014/main" id="{475F08F8-55E9-4206-9AAE-E916FC31406E}"/>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4" name="Freeform: Shape 343">
                <a:extLst>
                  <a:ext uri="{FF2B5EF4-FFF2-40B4-BE49-F238E27FC236}">
                    <a16:creationId xmlns:a16="http://schemas.microsoft.com/office/drawing/2014/main" id="{B161936D-1B88-4DE0-9773-06D8E71E803C}"/>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5" name="Freeform: Shape 344">
                <a:extLst>
                  <a:ext uri="{FF2B5EF4-FFF2-40B4-BE49-F238E27FC236}">
                    <a16:creationId xmlns:a16="http://schemas.microsoft.com/office/drawing/2014/main" id="{D9EA60CC-AC1F-49D4-94B1-48FD127B43A7}"/>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6" name="Freeform: Shape 345">
                <a:extLst>
                  <a:ext uri="{FF2B5EF4-FFF2-40B4-BE49-F238E27FC236}">
                    <a16:creationId xmlns:a16="http://schemas.microsoft.com/office/drawing/2014/main" id="{56AE36DF-ED72-4751-A123-9AD7BA0CEEE0}"/>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7" name="Freeform: Shape 346">
                <a:extLst>
                  <a:ext uri="{FF2B5EF4-FFF2-40B4-BE49-F238E27FC236}">
                    <a16:creationId xmlns:a16="http://schemas.microsoft.com/office/drawing/2014/main" id="{856DA2E5-CBAE-4B4F-A30B-DFC1EE9B592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8" name="Freeform: Shape 347">
                <a:extLst>
                  <a:ext uri="{FF2B5EF4-FFF2-40B4-BE49-F238E27FC236}">
                    <a16:creationId xmlns:a16="http://schemas.microsoft.com/office/drawing/2014/main" id="{5E60101A-81EF-48E2-B67D-EB8847278D98}"/>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9" name="Freeform: Shape 348">
                <a:extLst>
                  <a:ext uri="{FF2B5EF4-FFF2-40B4-BE49-F238E27FC236}">
                    <a16:creationId xmlns:a16="http://schemas.microsoft.com/office/drawing/2014/main" id="{623BF631-A52C-4AAD-B012-1FD678A1F65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0" name="Freeform: Shape 349">
                <a:extLst>
                  <a:ext uri="{FF2B5EF4-FFF2-40B4-BE49-F238E27FC236}">
                    <a16:creationId xmlns:a16="http://schemas.microsoft.com/office/drawing/2014/main" id="{3BA8C092-E3E4-4EA7-A73A-3BB13B493E2D}"/>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1" name="Freeform: Shape 350">
                <a:extLst>
                  <a:ext uri="{FF2B5EF4-FFF2-40B4-BE49-F238E27FC236}">
                    <a16:creationId xmlns:a16="http://schemas.microsoft.com/office/drawing/2014/main" id="{E4D5F4C5-FFAD-41D1-9E66-8DEA9AE3C68A}"/>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2" name="Freeform: Shape 351">
                <a:extLst>
                  <a:ext uri="{FF2B5EF4-FFF2-40B4-BE49-F238E27FC236}">
                    <a16:creationId xmlns:a16="http://schemas.microsoft.com/office/drawing/2014/main" id="{1B80E2AD-D598-4076-9A70-3FF60D761AAE}"/>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3" name="Freeform: Shape 352">
                <a:extLst>
                  <a:ext uri="{FF2B5EF4-FFF2-40B4-BE49-F238E27FC236}">
                    <a16:creationId xmlns:a16="http://schemas.microsoft.com/office/drawing/2014/main" id="{1E139F40-06E7-4E2F-A479-392BC2D27152}"/>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4" name="Freeform: Shape 353">
                <a:extLst>
                  <a:ext uri="{FF2B5EF4-FFF2-40B4-BE49-F238E27FC236}">
                    <a16:creationId xmlns:a16="http://schemas.microsoft.com/office/drawing/2014/main" id="{57B33B74-723F-44E4-8CF7-F68B6BBEE243}"/>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5" name="Freeform: Shape 354">
                <a:extLst>
                  <a:ext uri="{FF2B5EF4-FFF2-40B4-BE49-F238E27FC236}">
                    <a16:creationId xmlns:a16="http://schemas.microsoft.com/office/drawing/2014/main" id="{3300C380-880A-440E-AD73-941A859A69BF}"/>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6" name="Freeform: Shape 355">
                <a:extLst>
                  <a:ext uri="{FF2B5EF4-FFF2-40B4-BE49-F238E27FC236}">
                    <a16:creationId xmlns:a16="http://schemas.microsoft.com/office/drawing/2014/main" id="{8649CE7C-4F6C-4C19-9A37-881B022144B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7" name="Freeform: Shape 356">
                <a:extLst>
                  <a:ext uri="{FF2B5EF4-FFF2-40B4-BE49-F238E27FC236}">
                    <a16:creationId xmlns:a16="http://schemas.microsoft.com/office/drawing/2014/main" id="{88A320C2-A1D9-4FC0-89CA-B951E12B32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9" name="Graphic 4">
              <a:extLst>
                <a:ext uri="{FF2B5EF4-FFF2-40B4-BE49-F238E27FC236}">
                  <a16:creationId xmlns:a16="http://schemas.microsoft.com/office/drawing/2014/main" id="{723EE676-95B0-40B5-BB3B-183555D2F1A1}"/>
                </a:ext>
              </a:extLst>
            </p:cNvPr>
            <p:cNvGrpSpPr/>
            <p:nvPr/>
          </p:nvGrpSpPr>
          <p:grpSpPr>
            <a:xfrm>
              <a:off x="10154386" y="4452483"/>
              <a:ext cx="1443404" cy="1443418"/>
              <a:chOff x="5734037" y="3067039"/>
              <a:chExt cx="724483" cy="724489"/>
            </a:xfrm>
            <a:grpFill/>
          </p:grpSpPr>
          <p:sp>
            <p:nvSpPr>
              <p:cNvPr id="20" name="Freeform: Shape 19">
                <a:extLst>
                  <a:ext uri="{FF2B5EF4-FFF2-40B4-BE49-F238E27FC236}">
                    <a16:creationId xmlns:a16="http://schemas.microsoft.com/office/drawing/2014/main" id="{13EE9E24-328D-4967-A7D6-9AD696D5C918}"/>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7F066982-3E06-46AC-8C85-3AA30F5EFDB9}"/>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E699AAE6-74C2-4138-8B31-465764562509}"/>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2FB875D4-122F-435D-8C34-5FA4B0BBE08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A1E1023F-42A9-42FC-86FB-4730DD3158D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19FA068-A7DA-424C-81C0-CCA59AFF291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76050C48-FA99-47E4-9729-B386AD54EA47}"/>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 name="Freeform: Shape 26">
                <a:extLst>
                  <a:ext uri="{FF2B5EF4-FFF2-40B4-BE49-F238E27FC236}">
                    <a16:creationId xmlns:a16="http://schemas.microsoft.com/office/drawing/2014/main" id="{A327ECE9-CE51-4C29-9AFB-D740BC96774A}"/>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3314F941-FE16-4684-AD11-40031407E28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A12ED5B2-85E7-4C0F-911D-84166633F6CF}"/>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E16B5A61-8CFF-4FDF-9B21-09C8297A4DAB}"/>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CE0A8595-93E1-4499-86A8-9B43B07C11D1}"/>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2C380735-19C3-47FA-978D-3E990467937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CA6B2F2B-1750-4093-AD58-D2AA9CF8266F}"/>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 name="Freeform: Shape 33">
                <a:extLst>
                  <a:ext uri="{FF2B5EF4-FFF2-40B4-BE49-F238E27FC236}">
                    <a16:creationId xmlns:a16="http://schemas.microsoft.com/office/drawing/2014/main" id="{AB32A52B-3F30-43A0-88FD-9AB3DD78B0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 name="Freeform: Shape 34">
                <a:extLst>
                  <a:ext uri="{FF2B5EF4-FFF2-40B4-BE49-F238E27FC236}">
                    <a16:creationId xmlns:a16="http://schemas.microsoft.com/office/drawing/2014/main" id="{C94B2563-F4BE-4780-ABE8-8359DBB2371F}"/>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372DFDDB-1231-49CA-84CA-E4BE438A318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930DEA24-357A-4CE2-A894-9CC59149E6BB}"/>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5334C62D-A806-464B-86FF-63BA4B4B7DB0}"/>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DC0AE61D-5513-4496-AF95-4F1FA2D368B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D604D00-5107-4CA5-8461-DBF2520C1636}"/>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ABF1B949-6E40-46C3-BCE9-DA2A24C5D2AF}"/>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9C0D9DE4-3D59-4B4F-8054-99080988D42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DF2EC95B-927F-4B94-B878-CD68D0DC4E24}"/>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7001FEFB-AE24-4CF7-8EEF-084BCD466D8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459BD4F3-A5E1-4F7D-A7AB-EF6BED5BE889}"/>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F1687F6E-4940-4782-A3A7-5C9C1552BF4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BEC7FFDC-A904-44D2-8F0B-91A5C76CC514}"/>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EA15C8BC-5975-40E1-A988-EB34FBCF078A}"/>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371BAC0D-2BF9-4781-A7BB-06AA16D0E6C2}"/>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FD04182-650D-498F-A066-FE4C0FA6DA1E}"/>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6E839DFF-01B4-4B5E-9910-024EC8FE1DA7}"/>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0C100C3D-5A4C-4D50-AAEC-07A4457548DE}"/>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C8647050-08AF-4BD8-87C4-CA230312901B}"/>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9A0F33E0-AADA-44E2-A5AC-31DF5EE3D38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32C8FA1D-A02A-4388-9886-69EBC58C077E}"/>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99421FD3-355A-4629-BFAD-527ECD82EE0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7" name="Freeform: Shape 56">
                <a:extLst>
                  <a:ext uri="{FF2B5EF4-FFF2-40B4-BE49-F238E27FC236}">
                    <a16:creationId xmlns:a16="http://schemas.microsoft.com/office/drawing/2014/main" id="{2AB71DCF-EB57-4B33-9FF7-11CA0CB96573}"/>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CE86AA54-A444-4823-A6DC-491E77E34B4A}"/>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9" name="Freeform: Shape 58">
                <a:extLst>
                  <a:ext uri="{FF2B5EF4-FFF2-40B4-BE49-F238E27FC236}">
                    <a16:creationId xmlns:a16="http://schemas.microsoft.com/office/drawing/2014/main" id="{750E2DF6-23A6-4192-BD64-7997AABE595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0" name="Freeform: Shape 59">
                <a:extLst>
                  <a:ext uri="{FF2B5EF4-FFF2-40B4-BE49-F238E27FC236}">
                    <a16:creationId xmlns:a16="http://schemas.microsoft.com/office/drawing/2014/main" id="{DC3D9758-1EA4-43A6-8375-DDED592A9AB6}"/>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1" name="Freeform: Shape 60">
                <a:extLst>
                  <a:ext uri="{FF2B5EF4-FFF2-40B4-BE49-F238E27FC236}">
                    <a16:creationId xmlns:a16="http://schemas.microsoft.com/office/drawing/2014/main" id="{1DFC1416-C64A-4C0B-8898-ABAABA0FCBC2}"/>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2" name="Freeform: Shape 61">
                <a:extLst>
                  <a:ext uri="{FF2B5EF4-FFF2-40B4-BE49-F238E27FC236}">
                    <a16:creationId xmlns:a16="http://schemas.microsoft.com/office/drawing/2014/main" id="{D2A221D1-7EAA-4907-A58E-8E81E7BA4748}"/>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3" name="Freeform: Shape 62">
                <a:extLst>
                  <a:ext uri="{FF2B5EF4-FFF2-40B4-BE49-F238E27FC236}">
                    <a16:creationId xmlns:a16="http://schemas.microsoft.com/office/drawing/2014/main" id="{AAC899B4-B060-44A9-9E5E-60A775CE2D4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4" name="Freeform: Shape 63">
                <a:extLst>
                  <a:ext uri="{FF2B5EF4-FFF2-40B4-BE49-F238E27FC236}">
                    <a16:creationId xmlns:a16="http://schemas.microsoft.com/office/drawing/2014/main" id="{F68A0E9C-6E97-4889-8C4E-1771D6465B4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5" name="Freeform: Shape 64">
                <a:extLst>
                  <a:ext uri="{FF2B5EF4-FFF2-40B4-BE49-F238E27FC236}">
                    <a16:creationId xmlns:a16="http://schemas.microsoft.com/office/drawing/2014/main" id="{D705A29F-351D-4D7D-AB5F-B6A24011D559}"/>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6" name="Freeform: Shape 65">
                <a:extLst>
                  <a:ext uri="{FF2B5EF4-FFF2-40B4-BE49-F238E27FC236}">
                    <a16:creationId xmlns:a16="http://schemas.microsoft.com/office/drawing/2014/main" id="{EC0BB292-2828-40AB-A869-CF6D114F0630}"/>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7" name="Freeform: Shape 66">
                <a:extLst>
                  <a:ext uri="{FF2B5EF4-FFF2-40B4-BE49-F238E27FC236}">
                    <a16:creationId xmlns:a16="http://schemas.microsoft.com/office/drawing/2014/main" id="{78EEFC2A-B463-4C2F-8D33-BA746EEC56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8" name="Freeform: Shape 67">
                <a:extLst>
                  <a:ext uri="{FF2B5EF4-FFF2-40B4-BE49-F238E27FC236}">
                    <a16:creationId xmlns:a16="http://schemas.microsoft.com/office/drawing/2014/main" id="{669784EC-901F-43E1-9785-CA274A2E37AE}"/>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9" name="Freeform: Shape 68">
                <a:extLst>
                  <a:ext uri="{FF2B5EF4-FFF2-40B4-BE49-F238E27FC236}">
                    <a16:creationId xmlns:a16="http://schemas.microsoft.com/office/drawing/2014/main" id="{EA79E5A7-5CA0-40FF-86F1-17C44CDA5EE3}"/>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0" name="Freeform: Shape 69">
                <a:extLst>
                  <a:ext uri="{FF2B5EF4-FFF2-40B4-BE49-F238E27FC236}">
                    <a16:creationId xmlns:a16="http://schemas.microsoft.com/office/drawing/2014/main" id="{CA733E24-831B-4F88-B794-2CBF062D1F3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1" name="Freeform: Shape 70">
                <a:extLst>
                  <a:ext uri="{FF2B5EF4-FFF2-40B4-BE49-F238E27FC236}">
                    <a16:creationId xmlns:a16="http://schemas.microsoft.com/office/drawing/2014/main" id="{6C529298-268D-4F6A-8278-B794C72F612D}"/>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2" name="Freeform: Shape 71">
                <a:extLst>
                  <a:ext uri="{FF2B5EF4-FFF2-40B4-BE49-F238E27FC236}">
                    <a16:creationId xmlns:a16="http://schemas.microsoft.com/office/drawing/2014/main" id="{9025A9CB-F748-49F6-BD88-DACA23F6D574}"/>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3" name="Freeform: Shape 72">
                <a:extLst>
                  <a:ext uri="{FF2B5EF4-FFF2-40B4-BE49-F238E27FC236}">
                    <a16:creationId xmlns:a16="http://schemas.microsoft.com/office/drawing/2014/main" id="{54D26918-0834-40FF-888A-16AB573AB42D}"/>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4" name="Freeform: Shape 73">
                <a:extLst>
                  <a:ext uri="{FF2B5EF4-FFF2-40B4-BE49-F238E27FC236}">
                    <a16:creationId xmlns:a16="http://schemas.microsoft.com/office/drawing/2014/main" id="{3BA0D0AD-9F3E-4A88-AD9A-027E61780550}"/>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5" name="Freeform: Shape 74">
                <a:extLst>
                  <a:ext uri="{FF2B5EF4-FFF2-40B4-BE49-F238E27FC236}">
                    <a16:creationId xmlns:a16="http://schemas.microsoft.com/office/drawing/2014/main" id="{C89DCC43-513D-49FC-AF25-83BBD29B7661}"/>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6" name="Freeform: Shape 75">
                <a:extLst>
                  <a:ext uri="{FF2B5EF4-FFF2-40B4-BE49-F238E27FC236}">
                    <a16:creationId xmlns:a16="http://schemas.microsoft.com/office/drawing/2014/main" id="{AFEAF63A-AFBF-4F67-88D7-ADA3D9E00FC4}"/>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7" name="Freeform: Shape 76">
                <a:extLst>
                  <a:ext uri="{FF2B5EF4-FFF2-40B4-BE49-F238E27FC236}">
                    <a16:creationId xmlns:a16="http://schemas.microsoft.com/office/drawing/2014/main" id="{448DE51B-423E-482E-903E-5139E42BDD4C}"/>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8" name="Freeform: Shape 77">
                <a:extLst>
                  <a:ext uri="{FF2B5EF4-FFF2-40B4-BE49-F238E27FC236}">
                    <a16:creationId xmlns:a16="http://schemas.microsoft.com/office/drawing/2014/main" id="{5449ADB8-318D-4965-814B-D6A13F780F1D}"/>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9" name="Freeform: Shape 78">
                <a:extLst>
                  <a:ext uri="{FF2B5EF4-FFF2-40B4-BE49-F238E27FC236}">
                    <a16:creationId xmlns:a16="http://schemas.microsoft.com/office/drawing/2014/main" id="{FD514D12-AA49-408C-BEE1-BBCF4C036159}"/>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0" name="Freeform: Shape 79">
                <a:extLst>
                  <a:ext uri="{FF2B5EF4-FFF2-40B4-BE49-F238E27FC236}">
                    <a16:creationId xmlns:a16="http://schemas.microsoft.com/office/drawing/2014/main" id="{05A785BE-E570-4DB4-8F7F-0AC9077116D8}"/>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1" name="Freeform: Shape 80">
                <a:extLst>
                  <a:ext uri="{FF2B5EF4-FFF2-40B4-BE49-F238E27FC236}">
                    <a16:creationId xmlns:a16="http://schemas.microsoft.com/office/drawing/2014/main" id="{97E79511-3F2F-4B2E-8830-7B7F555DA83E}"/>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2" name="Freeform: Shape 81">
                <a:extLst>
                  <a:ext uri="{FF2B5EF4-FFF2-40B4-BE49-F238E27FC236}">
                    <a16:creationId xmlns:a16="http://schemas.microsoft.com/office/drawing/2014/main" id="{DB7310B7-0080-4264-91E4-C548107F6D72}"/>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3" name="Freeform: Shape 82">
                <a:extLst>
                  <a:ext uri="{FF2B5EF4-FFF2-40B4-BE49-F238E27FC236}">
                    <a16:creationId xmlns:a16="http://schemas.microsoft.com/office/drawing/2014/main" id="{45FF82DB-4737-404E-9ACA-B19B6A089EA8}"/>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4" name="Freeform: Shape 83">
                <a:extLst>
                  <a:ext uri="{FF2B5EF4-FFF2-40B4-BE49-F238E27FC236}">
                    <a16:creationId xmlns:a16="http://schemas.microsoft.com/office/drawing/2014/main" id="{43A6BFE2-F1B0-4924-9302-9DA895CA44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5" name="Freeform: Shape 84">
                <a:extLst>
                  <a:ext uri="{FF2B5EF4-FFF2-40B4-BE49-F238E27FC236}">
                    <a16:creationId xmlns:a16="http://schemas.microsoft.com/office/drawing/2014/main" id="{9CDDEDDC-F6C4-4D85-8B8D-DA09731DAC62}"/>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6" name="Freeform: Shape 85">
                <a:extLst>
                  <a:ext uri="{FF2B5EF4-FFF2-40B4-BE49-F238E27FC236}">
                    <a16:creationId xmlns:a16="http://schemas.microsoft.com/office/drawing/2014/main" id="{DA23F74A-EE1B-414F-A58F-CB49D8A3292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7" name="Freeform: Shape 86">
                <a:extLst>
                  <a:ext uri="{FF2B5EF4-FFF2-40B4-BE49-F238E27FC236}">
                    <a16:creationId xmlns:a16="http://schemas.microsoft.com/office/drawing/2014/main" id="{56AFD036-E68B-45F9-9B76-E4B3A4B50800}"/>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8" name="Freeform: Shape 87">
                <a:extLst>
                  <a:ext uri="{FF2B5EF4-FFF2-40B4-BE49-F238E27FC236}">
                    <a16:creationId xmlns:a16="http://schemas.microsoft.com/office/drawing/2014/main" id="{2ACC9D1B-CB8B-4193-B702-DA68B92DE9F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9" name="Freeform: Shape 88">
                <a:extLst>
                  <a:ext uri="{FF2B5EF4-FFF2-40B4-BE49-F238E27FC236}">
                    <a16:creationId xmlns:a16="http://schemas.microsoft.com/office/drawing/2014/main" id="{0FBC88AB-930A-4D32-8DB1-82563BFF0EAE}"/>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0" name="Freeform: Shape 89">
                <a:extLst>
                  <a:ext uri="{FF2B5EF4-FFF2-40B4-BE49-F238E27FC236}">
                    <a16:creationId xmlns:a16="http://schemas.microsoft.com/office/drawing/2014/main" id="{74274EB1-FC6D-4C4D-965D-DEBA4589221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1" name="Freeform: Shape 90">
                <a:extLst>
                  <a:ext uri="{FF2B5EF4-FFF2-40B4-BE49-F238E27FC236}">
                    <a16:creationId xmlns:a16="http://schemas.microsoft.com/office/drawing/2014/main" id="{FE4E35D8-7704-40DC-A190-5B4E8BE44974}"/>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2" name="Freeform: Shape 91">
                <a:extLst>
                  <a:ext uri="{FF2B5EF4-FFF2-40B4-BE49-F238E27FC236}">
                    <a16:creationId xmlns:a16="http://schemas.microsoft.com/office/drawing/2014/main" id="{EDB1E803-1D4D-4912-BA76-9EF947E19AF0}"/>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3" name="Freeform: Shape 92">
                <a:extLst>
                  <a:ext uri="{FF2B5EF4-FFF2-40B4-BE49-F238E27FC236}">
                    <a16:creationId xmlns:a16="http://schemas.microsoft.com/office/drawing/2014/main" id="{7E241842-A248-438B-B3B4-37A05240BCBE}"/>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4" name="Freeform: Shape 93">
                <a:extLst>
                  <a:ext uri="{FF2B5EF4-FFF2-40B4-BE49-F238E27FC236}">
                    <a16:creationId xmlns:a16="http://schemas.microsoft.com/office/drawing/2014/main" id="{C6E092F6-1BFE-4656-9029-9A2EEE8F79FD}"/>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5" name="Freeform: Shape 94">
                <a:extLst>
                  <a:ext uri="{FF2B5EF4-FFF2-40B4-BE49-F238E27FC236}">
                    <a16:creationId xmlns:a16="http://schemas.microsoft.com/office/drawing/2014/main" id="{F4A890A0-353B-4CBB-8FD1-059BE94011AD}"/>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6" name="Freeform: Shape 95">
                <a:extLst>
                  <a:ext uri="{FF2B5EF4-FFF2-40B4-BE49-F238E27FC236}">
                    <a16:creationId xmlns:a16="http://schemas.microsoft.com/office/drawing/2014/main" id="{6EFA174A-A4E5-4264-BD07-007305986AAF}"/>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7" name="Freeform: Shape 96">
                <a:extLst>
                  <a:ext uri="{FF2B5EF4-FFF2-40B4-BE49-F238E27FC236}">
                    <a16:creationId xmlns:a16="http://schemas.microsoft.com/office/drawing/2014/main" id="{3FBAD25F-2FFC-4CEC-9B8A-5ED34707E666}"/>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8" name="Freeform: Shape 97">
                <a:extLst>
                  <a:ext uri="{FF2B5EF4-FFF2-40B4-BE49-F238E27FC236}">
                    <a16:creationId xmlns:a16="http://schemas.microsoft.com/office/drawing/2014/main" id="{342EF4A1-21C1-45D4-B700-6EA4BF21BE0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9" name="Freeform: Shape 98">
                <a:extLst>
                  <a:ext uri="{FF2B5EF4-FFF2-40B4-BE49-F238E27FC236}">
                    <a16:creationId xmlns:a16="http://schemas.microsoft.com/office/drawing/2014/main" id="{B2CCF840-70EA-4C9C-848E-B27B79A75DB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0" name="Freeform: Shape 99">
                <a:extLst>
                  <a:ext uri="{FF2B5EF4-FFF2-40B4-BE49-F238E27FC236}">
                    <a16:creationId xmlns:a16="http://schemas.microsoft.com/office/drawing/2014/main" id="{8E311D1C-5934-4C97-809E-E996B3845BA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1" name="Freeform: Shape 100">
                <a:extLst>
                  <a:ext uri="{FF2B5EF4-FFF2-40B4-BE49-F238E27FC236}">
                    <a16:creationId xmlns:a16="http://schemas.microsoft.com/office/drawing/2014/main" id="{B13F883A-929B-46F7-A9A8-547ACE9C0471}"/>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2" name="Freeform: Shape 101">
                <a:extLst>
                  <a:ext uri="{FF2B5EF4-FFF2-40B4-BE49-F238E27FC236}">
                    <a16:creationId xmlns:a16="http://schemas.microsoft.com/office/drawing/2014/main" id="{16D72D9D-260C-42C4-B864-6AFFB236A12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3" name="Freeform: Shape 102">
                <a:extLst>
                  <a:ext uri="{FF2B5EF4-FFF2-40B4-BE49-F238E27FC236}">
                    <a16:creationId xmlns:a16="http://schemas.microsoft.com/office/drawing/2014/main" id="{57F62680-33C3-4510-A3B0-40F179FCEF84}"/>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4" name="Freeform: Shape 103">
                <a:extLst>
                  <a:ext uri="{FF2B5EF4-FFF2-40B4-BE49-F238E27FC236}">
                    <a16:creationId xmlns:a16="http://schemas.microsoft.com/office/drawing/2014/main" id="{8C3F6DBC-3B3A-429F-A49A-485EF9960069}"/>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5" name="Freeform: Shape 104">
                <a:extLst>
                  <a:ext uri="{FF2B5EF4-FFF2-40B4-BE49-F238E27FC236}">
                    <a16:creationId xmlns:a16="http://schemas.microsoft.com/office/drawing/2014/main" id="{09CFDDBA-E518-4324-B18A-EF6E4B50B84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6" name="Freeform: Shape 105">
                <a:extLst>
                  <a:ext uri="{FF2B5EF4-FFF2-40B4-BE49-F238E27FC236}">
                    <a16:creationId xmlns:a16="http://schemas.microsoft.com/office/drawing/2014/main" id="{C8579CBC-E6AF-4829-AA1D-7B277821341A}"/>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7" name="Freeform: Shape 106">
                <a:extLst>
                  <a:ext uri="{FF2B5EF4-FFF2-40B4-BE49-F238E27FC236}">
                    <a16:creationId xmlns:a16="http://schemas.microsoft.com/office/drawing/2014/main" id="{F4F87C77-9949-468A-9B86-3D4A3CB1D080}"/>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8" name="Freeform: Shape 107">
                <a:extLst>
                  <a:ext uri="{FF2B5EF4-FFF2-40B4-BE49-F238E27FC236}">
                    <a16:creationId xmlns:a16="http://schemas.microsoft.com/office/drawing/2014/main" id="{C0DAD71F-08D6-41FB-93B2-448EB15BCB30}"/>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9" name="Freeform: Shape 108">
                <a:extLst>
                  <a:ext uri="{FF2B5EF4-FFF2-40B4-BE49-F238E27FC236}">
                    <a16:creationId xmlns:a16="http://schemas.microsoft.com/office/drawing/2014/main" id="{BFE5B582-FC98-4E72-9AFF-067166B7935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0" name="Freeform: Shape 109">
                <a:extLst>
                  <a:ext uri="{FF2B5EF4-FFF2-40B4-BE49-F238E27FC236}">
                    <a16:creationId xmlns:a16="http://schemas.microsoft.com/office/drawing/2014/main" id="{AA87FE08-67A7-40C4-BA28-5C87D875EB1A}"/>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1" name="Freeform: Shape 110">
                <a:extLst>
                  <a:ext uri="{FF2B5EF4-FFF2-40B4-BE49-F238E27FC236}">
                    <a16:creationId xmlns:a16="http://schemas.microsoft.com/office/drawing/2014/main" id="{601F8489-E1AB-4730-8A77-EFF164E47BCC}"/>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2" name="Freeform: Shape 111">
                <a:extLst>
                  <a:ext uri="{FF2B5EF4-FFF2-40B4-BE49-F238E27FC236}">
                    <a16:creationId xmlns:a16="http://schemas.microsoft.com/office/drawing/2014/main" id="{D3E2442A-D936-4EBA-A666-6E82DB2DA28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3" name="Freeform: Shape 112">
                <a:extLst>
                  <a:ext uri="{FF2B5EF4-FFF2-40B4-BE49-F238E27FC236}">
                    <a16:creationId xmlns:a16="http://schemas.microsoft.com/office/drawing/2014/main" id="{2E891E37-78A2-43D1-99C0-5F53AC4AD9D4}"/>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4" name="Freeform: Shape 113">
                <a:extLst>
                  <a:ext uri="{FF2B5EF4-FFF2-40B4-BE49-F238E27FC236}">
                    <a16:creationId xmlns:a16="http://schemas.microsoft.com/office/drawing/2014/main" id="{FF5FE9C1-0A9F-4E0A-8F9E-3EF3223F9E0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5" name="Freeform: Shape 114">
                <a:extLst>
                  <a:ext uri="{FF2B5EF4-FFF2-40B4-BE49-F238E27FC236}">
                    <a16:creationId xmlns:a16="http://schemas.microsoft.com/office/drawing/2014/main" id="{57C2FED7-F344-47E5-BB1E-E7CB26B335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6" name="Freeform: Shape 115">
                <a:extLst>
                  <a:ext uri="{FF2B5EF4-FFF2-40B4-BE49-F238E27FC236}">
                    <a16:creationId xmlns:a16="http://schemas.microsoft.com/office/drawing/2014/main" id="{C95DD38F-B4B9-40A1-B7BD-EDF00AFD64F9}"/>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7" name="Freeform: Shape 116">
                <a:extLst>
                  <a:ext uri="{FF2B5EF4-FFF2-40B4-BE49-F238E27FC236}">
                    <a16:creationId xmlns:a16="http://schemas.microsoft.com/office/drawing/2014/main" id="{B1334E03-6B96-4D5A-8314-2AAB15396089}"/>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8" name="Freeform: Shape 117">
                <a:extLst>
                  <a:ext uri="{FF2B5EF4-FFF2-40B4-BE49-F238E27FC236}">
                    <a16:creationId xmlns:a16="http://schemas.microsoft.com/office/drawing/2014/main" id="{59EFDAF0-6330-4D40-B4E4-57C5891A998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9" name="Freeform: Shape 118">
                <a:extLst>
                  <a:ext uri="{FF2B5EF4-FFF2-40B4-BE49-F238E27FC236}">
                    <a16:creationId xmlns:a16="http://schemas.microsoft.com/office/drawing/2014/main" id="{6EDDC210-93CC-4464-BDA2-3CC18C0C693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0" name="Freeform: Shape 119">
                <a:extLst>
                  <a:ext uri="{FF2B5EF4-FFF2-40B4-BE49-F238E27FC236}">
                    <a16:creationId xmlns:a16="http://schemas.microsoft.com/office/drawing/2014/main" id="{9E521203-1A0B-470B-B729-1B8B0AFF5A39}"/>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1" name="Freeform: Shape 120">
                <a:extLst>
                  <a:ext uri="{FF2B5EF4-FFF2-40B4-BE49-F238E27FC236}">
                    <a16:creationId xmlns:a16="http://schemas.microsoft.com/office/drawing/2014/main" id="{091C18AB-4BE0-4C09-ABC6-05334DF7826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2" name="Freeform: Shape 121">
                <a:extLst>
                  <a:ext uri="{FF2B5EF4-FFF2-40B4-BE49-F238E27FC236}">
                    <a16:creationId xmlns:a16="http://schemas.microsoft.com/office/drawing/2014/main" id="{4EA1AE17-D725-411E-AFAC-60B5A959DF4E}"/>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3" name="Freeform: Shape 122">
                <a:extLst>
                  <a:ext uri="{FF2B5EF4-FFF2-40B4-BE49-F238E27FC236}">
                    <a16:creationId xmlns:a16="http://schemas.microsoft.com/office/drawing/2014/main" id="{6D6D2AB0-DEA8-4510-96C2-B8547E8A7DD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4" name="Freeform: Shape 123">
                <a:extLst>
                  <a:ext uri="{FF2B5EF4-FFF2-40B4-BE49-F238E27FC236}">
                    <a16:creationId xmlns:a16="http://schemas.microsoft.com/office/drawing/2014/main" id="{5D2C70B9-3A29-4A3F-B9E2-02A556FB509F}"/>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5" name="Freeform: Shape 124">
                <a:extLst>
                  <a:ext uri="{FF2B5EF4-FFF2-40B4-BE49-F238E27FC236}">
                    <a16:creationId xmlns:a16="http://schemas.microsoft.com/office/drawing/2014/main" id="{B7B5EA85-B9B6-47B1-9156-980D6B0EE59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6" name="Freeform: Shape 125">
                <a:extLst>
                  <a:ext uri="{FF2B5EF4-FFF2-40B4-BE49-F238E27FC236}">
                    <a16:creationId xmlns:a16="http://schemas.microsoft.com/office/drawing/2014/main" id="{2C8DB9BF-A31E-45AC-8271-73868A63504C}"/>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7" name="Freeform: Shape 126">
                <a:extLst>
                  <a:ext uri="{FF2B5EF4-FFF2-40B4-BE49-F238E27FC236}">
                    <a16:creationId xmlns:a16="http://schemas.microsoft.com/office/drawing/2014/main" id="{3F5BC346-9C8F-4FC2-884E-BC40B09E946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8" name="Freeform: Shape 127">
                <a:extLst>
                  <a:ext uri="{FF2B5EF4-FFF2-40B4-BE49-F238E27FC236}">
                    <a16:creationId xmlns:a16="http://schemas.microsoft.com/office/drawing/2014/main" id="{4E18F1FE-B933-45C8-9F4F-53DCCC1FA2CA}"/>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9" name="Freeform: Shape 128">
                <a:extLst>
                  <a:ext uri="{FF2B5EF4-FFF2-40B4-BE49-F238E27FC236}">
                    <a16:creationId xmlns:a16="http://schemas.microsoft.com/office/drawing/2014/main" id="{8CF9F0AF-3E92-4593-88F2-0A9691F8FEA5}"/>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0" name="Freeform: Shape 129">
                <a:extLst>
                  <a:ext uri="{FF2B5EF4-FFF2-40B4-BE49-F238E27FC236}">
                    <a16:creationId xmlns:a16="http://schemas.microsoft.com/office/drawing/2014/main" id="{5F8E407F-7C3D-4C6D-A845-CE6C18A4E19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1" name="Freeform: Shape 130">
                <a:extLst>
                  <a:ext uri="{FF2B5EF4-FFF2-40B4-BE49-F238E27FC236}">
                    <a16:creationId xmlns:a16="http://schemas.microsoft.com/office/drawing/2014/main" id="{65B86F18-3F82-406B-A6B8-73508323F5B1}"/>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2" name="Freeform: Shape 131">
                <a:extLst>
                  <a:ext uri="{FF2B5EF4-FFF2-40B4-BE49-F238E27FC236}">
                    <a16:creationId xmlns:a16="http://schemas.microsoft.com/office/drawing/2014/main" id="{282DBE01-A20A-44FA-B824-6B6AE5B47541}"/>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3" name="Freeform: Shape 132">
                <a:extLst>
                  <a:ext uri="{FF2B5EF4-FFF2-40B4-BE49-F238E27FC236}">
                    <a16:creationId xmlns:a16="http://schemas.microsoft.com/office/drawing/2014/main" id="{525BA03A-821A-451C-974A-5BC54F600152}"/>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4" name="Freeform: Shape 133">
                <a:extLst>
                  <a:ext uri="{FF2B5EF4-FFF2-40B4-BE49-F238E27FC236}">
                    <a16:creationId xmlns:a16="http://schemas.microsoft.com/office/drawing/2014/main" id="{C4A1A8AE-42A8-458F-9647-2B1E0080C328}"/>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5" name="Freeform: Shape 134">
                <a:extLst>
                  <a:ext uri="{FF2B5EF4-FFF2-40B4-BE49-F238E27FC236}">
                    <a16:creationId xmlns:a16="http://schemas.microsoft.com/office/drawing/2014/main" id="{1061C57A-74C4-42DF-837D-4BD2480F5637}"/>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6" name="Freeform: Shape 135">
                <a:extLst>
                  <a:ext uri="{FF2B5EF4-FFF2-40B4-BE49-F238E27FC236}">
                    <a16:creationId xmlns:a16="http://schemas.microsoft.com/office/drawing/2014/main" id="{2E72CD8D-308B-4DA6-A9E9-29C5289A64A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7" name="Freeform: Shape 136">
                <a:extLst>
                  <a:ext uri="{FF2B5EF4-FFF2-40B4-BE49-F238E27FC236}">
                    <a16:creationId xmlns:a16="http://schemas.microsoft.com/office/drawing/2014/main" id="{67DA1353-3400-4417-AE74-101830D9130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8" name="Freeform: Shape 137">
                <a:extLst>
                  <a:ext uri="{FF2B5EF4-FFF2-40B4-BE49-F238E27FC236}">
                    <a16:creationId xmlns:a16="http://schemas.microsoft.com/office/drawing/2014/main" id="{780402F0-99E7-4BC1-8B33-8C28B061254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9" name="Freeform: Shape 138">
                <a:extLst>
                  <a:ext uri="{FF2B5EF4-FFF2-40B4-BE49-F238E27FC236}">
                    <a16:creationId xmlns:a16="http://schemas.microsoft.com/office/drawing/2014/main" id="{D8F0B222-EDEC-4F73-BFBF-EEF77FCEFE6D}"/>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0" name="Freeform: Shape 139">
                <a:extLst>
                  <a:ext uri="{FF2B5EF4-FFF2-40B4-BE49-F238E27FC236}">
                    <a16:creationId xmlns:a16="http://schemas.microsoft.com/office/drawing/2014/main" id="{99DFF4C5-2EF0-4C23-99F5-6FBA3C2FDECA}"/>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1" name="Freeform: Shape 140">
                <a:extLst>
                  <a:ext uri="{FF2B5EF4-FFF2-40B4-BE49-F238E27FC236}">
                    <a16:creationId xmlns:a16="http://schemas.microsoft.com/office/drawing/2014/main" id="{42099B1E-BE83-48FA-A883-6B86E3781583}"/>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2" name="Freeform: Shape 141">
                <a:extLst>
                  <a:ext uri="{FF2B5EF4-FFF2-40B4-BE49-F238E27FC236}">
                    <a16:creationId xmlns:a16="http://schemas.microsoft.com/office/drawing/2014/main" id="{0642570B-F261-403D-8AE5-755725C5C68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3" name="Freeform: Shape 142">
                <a:extLst>
                  <a:ext uri="{FF2B5EF4-FFF2-40B4-BE49-F238E27FC236}">
                    <a16:creationId xmlns:a16="http://schemas.microsoft.com/office/drawing/2014/main" id="{0289D3E0-1FCD-421F-B82C-57D48531197C}"/>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4" name="Freeform: Shape 143">
                <a:extLst>
                  <a:ext uri="{FF2B5EF4-FFF2-40B4-BE49-F238E27FC236}">
                    <a16:creationId xmlns:a16="http://schemas.microsoft.com/office/drawing/2014/main" id="{B0CDB835-A9B8-4DD1-8E4A-94CB352EBA4C}"/>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5" name="Freeform: Shape 144">
                <a:extLst>
                  <a:ext uri="{FF2B5EF4-FFF2-40B4-BE49-F238E27FC236}">
                    <a16:creationId xmlns:a16="http://schemas.microsoft.com/office/drawing/2014/main" id="{A959ACD8-7B03-425E-A568-DD933FE53D29}"/>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6" name="Freeform: Shape 145">
                <a:extLst>
                  <a:ext uri="{FF2B5EF4-FFF2-40B4-BE49-F238E27FC236}">
                    <a16:creationId xmlns:a16="http://schemas.microsoft.com/office/drawing/2014/main" id="{C1417EAD-6931-45DD-A71C-649A3A1E174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7" name="Freeform: Shape 146">
                <a:extLst>
                  <a:ext uri="{FF2B5EF4-FFF2-40B4-BE49-F238E27FC236}">
                    <a16:creationId xmlns:a16="http://schemas.microsoft.com/office/drawing/2014/main" id="{3F8F5897-91C8-4949-B3E2-08E8C4D10561}"/>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8" name="Freeform: Shape 147">
                <a:extLst>
                  <a:ext uri="{FF2B5EF4-FFF2-40B4-BE49-F238E27FC236}">
                    <a16:creationId xmlns:a16="http://schemas.microsoft.com/office/drawing/2014/main" id="{818AF2B2-848E-432A-853D-4171DB436AB9}"/>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9" name="Freeform: Shape 148">
                <a:extLst>
                  <a:ext uri="{FF2B5EF4-FFF2-40B4-BE49-F238E27FC236}">
                    <a16:creationId xmlns:a16="http://schemas.microsoft.com/office/drawing/2014/main" id="{A95D8E15-C401-4021-A442-B2B29505E22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0" name="Freeform: Shape 149">
                <a:extLst>
                  <a:ext uri="{FF2B5EF4-FFF2-40B4-BE49-F238E27FC236}">
                    <a16:creationId xmlns:a16="http://schemas.microsoft.com/office/drawing/2014/main" id="{91B6E7C4-CA47-4FE7-84A9-629E655725F3}"/>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1" name="Freeform: Shape 150">
                <a:extLst>
                  <a:ext uri="{FF2B5EF4-FFF2-40B4-BE49-F238E27FC236}">
                    <a16:creationId xmlns:a16="http://schemas.microsoft.com/office/drawing/2014/main" id="{AD49B82B-2837-42BA-9DE4-DF33E912C8C5}"/>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2" name="Freeform: Shape 151">
                <a:extLst>
                  <a:ext uri="{FF2B5EF4-FFF2-40B4-BE49-F238E27FC236}">
                    <a16:creationId xmlns:a16="http://schemas.microsoft.com/office/drawing/2014/main" id="{173AEBBC-7300-434A-90D2-797E21B1434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3" name="Freeform: Shape 152">
                <a:extLst>
                  <a:ext uri="{FF2B5EF4-FFF2-40B4-BE49-F238E27FC236}">
                    <a16:creationId xmlns:a16="http://schemas.microsoft.com/office/drawing/2014/main" id="{079F400B-1FBB-4723-AE19-B242DD4F5F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4" name="Freeform: Shape 153">
                <a:extLst>
                  <a:ext uri="{FF2B5EF4-FFF2-40B4-BE49-F238E27FC236}">
                    <a16:creationId xmlns:a16="http://schemas.microsoft.com/office/drawing/2014/main" id="{F3220893-28AF-4796-89C4-497A3E0F7375}"/>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5" name="Freeform: Shape 154">
                <a:extLst>
                  <a:ext uri="{FF2B5EF4-FFF2-40B4-BE49-F238E27FC236}">
                    <a16:creationId xmlns:a16="http://schemas.microsoft.com/office/drawing/2014/main" id="{E37B6154-8BF3-4B1F-8CE6-4E1F92E2A75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6" name="Freeform: Shape 155">
                <a:extLst>
                  <a:ext uri="{FF2B5EF4-FFF2-40B4-BE49-F238E27FC236}">
                    <a16:creationId xmlns:a16="http://schemas.microsoft.com/office/drawing/2014/main" id="{AF054118-31C5-405F-98FD-C52552668115}"/>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7" name="Freeform: Shape 156">
                <a:extLst>
                  <a:ext uri="{FF2B5EF4-FFF2-40B4-BE49-F238E27FC236}">
                    <a16:creationId xmlns:a16="http://schemas.microsoft.com/office/drawing/2014/main" id="{BC580ECA-94B5-4EEE-8B3E-D13068010A8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8" name="Freeform: Shape 157">
                <a:extLst>
                  <a:ext uri="{FF2B5EF4-FFF2-40B4-BE49-F238E27FC236}">
                    <a16:creationId xmlns:a16="http://schemas.microsoft.com/office/drawing/2014/main" id="{B5EC5FD6-0D19-498D-BDFC-1C65B1405374}"/>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9" name="Freeform: Shape 158">
                <a:extLst>
                  <a:ext uri="{FF2B5EF4-FFF2-40B4-BE49-F238E27FC236}">
                    <a16:creationId xmlns:a16="http://schemas.microsoft.com/office/drawing/2014/main" id="{1F47A1FC-F8D5-4DF4-B1D1-0B0F9CD2BD6C}"/>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0" name="Freeform: Shape 159">
                <a:extLst>
                  <a:ext uri="{FF2B5EF4-FFF2-40B4-BE49-F238E27FC236}">
                    <a16:creationId xmlns:a16="http://schemas.microsoft.com/office/drawing/2014/main" id="{503D5622-B726-487F-B57C-23162F37592D}"/>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1" name="Freeform: Shape 160">
                <a:extLst>
                  <a:ext uri="{FF2B5EF4-FFF2-40B4-BE49-F238E27FC236}">
                    <a16:creationId xmlns:a16="http://schemas.microsoft.com/office/drawing/2014/main" id="{25E5A90C-2EF7-4B6F-A358-5BB4E600DD66}"/>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2" name="Freeform: Shape 161">
                <a:extLst>
                  <a:ext uri="{FF2B5EF4-FFF2-40B4-BE49-F238E27FC236}">
                    <a16:creationId xmlns:a16="http://schemas.microsoft.com/office/drawing/2014/main" id="{302D610A-8A29-4084-9D8E-4D2CC0453FA3}"/>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3" name="Freeform: Shape 162">
                <a:extLst>
                  <a:ext uri="{FF2B5EF4-FFF2-40B4-BE49-F238E27FC236}">
                    <a16:creationId xmlns:a16="http://schemas.microsoft.com/office/drawing/2014/main" id="{4512BE54-08BA-409A-9F16-0B3A63534F2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4" name="Freeform: Shape 163">
                <a:extLst>
                  <a:ext uri="{FF2B5EF4-FFF2-40B4-BE49-F238E27FC236}">
                    <a16:creationId xmlns:a16="http://schemas.microsoft.com/office/drawing/2014/main" id="{21517A1B-623C-4FB6-A8DE-C70DE126139A}"/>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5" name="Freeform: Shape 164">
                <a:extLst>
                  <a:ext uri="{FF2B5EF4-FFF2-40B4-BE49-F238E27FC236}">
                    <a16:creationId xmlns:a16="http://schemas.microsoft.com/office/drawing/2014/main" id="{8F788AA1-211E-4C56-B36D-9863A62BC9E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6" name="Freeform: Shape 165">
                <a:extLst>
                  <a:ext uri="{FF2B5EF4-FFF2-40B4-BE49-F238E27FC236}">
                    <a16:creationId xmlns:a16="http://schemas.microsoft.com/office/drawing/2014/main" id="{8B12D240-C258-4FE9-A423-E46A6773F17B}"/>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7" name="Freeform: Shape 166">
                <a:extLst>
                  <a:ext uri="{FF2B5EF4-FFF2-40B4-BE49-F238E27FC236}">
                    <a16:creationId xmlns:a16="http://schemas.microsoft.com/office/drawing/2014/main" id="{1A0AAA9A-6C12-4257-AC9C-FBFA0F0EEE0F}"/>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8" name="Freeform: Shape 167">
                <a:extLst>
                  <a:ext uri="{FF2B5EF4-FFF2-40B4-BE49-F238E27FC236}">
                    <a16:creationId xmlns:a16="http://schemas.microsoft.com/office/drawing/2014/main" id="{61819836-2D65-4DA6-B1B2-20437FAD689A}"/>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9" name="Freeform: Shape 168">
                <a:extLst>
                  <a:ext uri="{FF2B5EF4-FFF2-40B4-BE49-F238E27FC236}">
                    <a16:creationId xmlns:a16="http://schemas.microsoft.com/office/drawing/2014/main" id="{F89C4CF7-D75F-44C1-BC4D-DE7AA1E0D642}"/>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0" name="Freeform: Shape 169">
                <a:extLst>
                  <a:ext uri="{FF2B5EF4-FFF2-40B4-BE49-F238E27FC236}">
                    <a16:creationId xmlns:a16="http://schemas.microsoft.com/office/drawing/2014/main" id="{A00CB392-768D-49BF-BA72-092945C55AC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1" name="Freeform: Shape 170">
                <a:extLst>
                  <a:ext uri="{FF2B5EF4-FFF2-40B4-BE49-F238E27FC236}">
                    <a16:creationId xmlns:a16="http://schemas.microsoft.com/office/drawing/2014/main" id="{CF276FAA-41F5-4B48-9482-8481D80FD916}"/>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2" name="Freeform: Shape 171">
                <a:extLst>
                  <a:ext uri="{FF2B5EF4-FFF2-40B4-BE49-F238E27FC236}">
                    <a16:creationId xmlns:a16="http://schemas.microsoft.com/office/drawing/2014/main" id="{B023AAE1-1E09-438C-94E4-1AA2E1261749}"/>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3" name="Freeform: Shape 172">
                <a:extLst>
                  <a:ext uri="{FF2B5EF4-FFF2-40B4-BE49-F238E27FC236}">
                    <a16:creationId xmlns:a16="http://schemas.microsoft.com/office/drawing/2014/main" id="{6AF45571-CE43-461D-A8D7-2B47BADAC7A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4" name="Freeform: Shape 173">
                <a:extLst>
                  <a:ext uri="{FF2B5EF4-FFF2-40B4-BE49-F238E27FC236}">
                    <a16:creationId xmlns:a16="http://schemas.microsoft.com/office/drawing/2014/main" id="{D5EB8CB6-6D13-433E-A200-C3F33606CBA0}"/>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5" name="Freeform: Shape 174">
                <a:extLst>
                  <a:ext uri="{FF2B5EF4-FFF2-40B4-BE49-F238E27FC236}">
                    <a16:creationId xmlns:a16="http://schemas.microsoft.com/office/drawing/2014/main" id="{F97E0D79-0FE9-4E61-B180-D44663AE43F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6" name="Freeform: Shape 175">
                <a:extLst>
                  <a:ext uri="{FF2B5EF4-FFF2-40B4-BE49-F238E27FC236}">
                    <a16:creationId xmlns:a16="http://schemas.microsoft.com/office/drawing/2014/main" id="{0E7A30CB-3A49-440A-8BFF-DDECDE64AFB9}"/>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2C9C1DFA-72DD-49AD-8233-893910818926}"/>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1E06A40-B44B-42D2-8166-86EA7127713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AAD1390C-B164-4DA1-8585-4920E900C857}"/>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6E37C65D-A0AE-4C3D-871A-FC32207011DF}"/>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0F946D8A-AA88-4AD8-8CFC-060E4352D7C7}"/>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26C69E7E-139D-4304-9A47-E443E0325007}"/>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643619BB-998A-4688-9EA8-E1A29493B65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CA567F32-881E-43C4-BBB0-CDDAFDD276A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D1E4C6D4-84CE-4DDC-AC0F-FEDBD9A4BC7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0A2F5831-8F83-4A7E-8185-CA727AF7CAA1}"/>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33B1C91A-AFEE-4375-83C7-8C346ECB6CB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8F328456-0E85-48D3-820F-81CCF861C7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spTree>
    <p:extLst>
      <p:ext uri="{BB962C8B-B14F-4D97-AF65-F5344CB8AC3E}">
        <p14:creationId xmlns:p14="http://schemas.microsoft.com/office/powerpoint/2010/main" val="30507052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9B6909CF-743B-4DF1-8060-7377C3B0EC96}"/>
              </a:ext>
              <a:ext uri="{C183D7F6-B498-43B3-948B-1728B52AA6E4}">
                <adec:decorative xmlns:adec="http://schemas.microsoft.com/office/drawing/2017/decorative" val="1"/>
              </a:ext>
            </a:extLst>
          </p:cNvPr>
          <p:cNvSpPr/>
          <p:nvPr userDrawn="1"/>
        </p:nvSpPr>
        <p:spPr>
          <a:xfrm>
            <a:off x="1408103" y="-15159"/>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38" name="Group 37">
            <a:extLst>
              <a:ext uri="{FF2B5EF4-FFF2-40B4-BE49-F238E27FC236}">
                <a16:creationId xmlns:a16="http://schemas.microsoft.com/office/drawing/2014/main" id="{5525794F-443C-40B3-AC9C-14F574B044C9}"/>
              </a:ext>
              <a:ext uri="{C183D7F6-B498-43B3-948B-1728B52AA6E4}">
                <adec:decorative xmlns:adec="http://schemas.microsoft.com/office/drawing/2017/decorative" val="1"/>
              </a:ext>
            </a:extLst>
          </p:cNvPr>
          <p:cNvGrpSpPr/>
          <p:nvPr userDrawn="1"/>
        </p:nvGrpSpPr>
        <p:grpSpPr>
          <a:xfrm>
            <a:off x="0" y="1479558"/>
            <a:ext cx="1861854" cy="717514"/>
            <a:chOff x="0" y="1479558"/>
            <a:chExt cx="1861854" cy="717514"/>
          </a:xfrm>
          <a:solidFill>
            <a:schemeClr val="tx1"/>
          </a:solidFill>
        </p:grpSpPr>
        <p:sp>
          <p:nvSpPr>
            <p:cNvPr id="39" name="Freeform: Shape 38">
              <a:extLst>
                <a:ext uri="{FF2B5EF4-FFF2-40B4-BE49-F238E27FC236}">
                  <a16:creationId xmlns:a16="http://schemas.microsoft.com/office/drawing/2014/main" id="{D60C3E59-61BE-442E-9897-D92166F40D31}"/>
                </a:ext>
              </a:extLst>
            </p:cNvPr>
            <p:cNvSpPr/>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12C7B4DA-5162-484A-9B4D-A784EF13976B}"/>
                </a:ext>
              </a:extLst>
            </p:cNvPr>
            <p:cNvSpPr/>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1" name="Freeform: Shape 40">
            <a:extLst>
              <a:ext uri="{FF2B5EF4-FFF2-40B4-BE49-F238E27FC236}">
                <a16:creationId xmlns:a16="http://schemas.microsoft.com/office/drawing/2014/main" id="{1E3F66BB-BDA3-4747-BDE0-3D814CBE5AF5}"/>
              </a:ext>
              <a:ext uri="{C183D7F6-B498-43B3-948B-1728B52AA6E4}">
                <adec:decorative xmlns:adec="http://schemas.microsoft.com/office/drawing/2017/decorative" val="1"/>
              </a:ext>
            </a:extLst>
          </p:cNvPr>
          <p:cNvSpPr/>
          <p:nvPr userDrawn="1"/>
        </p:nvSpPr>
        <p:spPr>
          <a:xfrm>
            <a:off x="1417246" y="-12193"/>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useBgFill="1">
        <p:nvSpPr>
          <p:cNvPr id="42" name="Freeform: Shape 41">
            <a:extLst>
              <a:ext uri="{FF2B5EF4-FFF2-40B4-BE49-F238E27FC236}">
                <a16:creationId xmlns:a16="http://schemas.microsoft.com/office/drawing/2014/main" id="{FA21FCC9-56C2-419C-BADF-9C928DDAD289}"/>
              </a:ext>
              <a:ext uri="{C183D7F6-B498-43B3-948B-1728B52AA6E4}">
                <adec:decorative xmlns:adec="http://schemas.microsoft.com/office/drawing/2017/decorative" val="1"/>
              </a:ext>
            </a:extLst>
          </p:cNvPr>
          <p:cNvSpPr/>
          <p:nvPr userDrawn="1"/>
        </p:nvSpPr>
        <p:spPr>
          <a:xfrm>
            <a:off x="1305243" y="-12192"/>
            <a:ext cx="4902678" cy="4544235"/>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3" name="Title 1">
            <a:extLst>
              <a:ext uri="{FF2B5EF4-FFF2-40B4-BE49-F238E27FC236}">
                <a16:creationId xmlns:a16="http://schemas.microsoft.com/office/drawing/2014/main" id="{464FCAEB-7D76-4806-B8EA-F97A887CED73}"/>
              </a:ext>
            </a:extLst>
          </p:cNvPr>
          <p:cNvSpPr>
            <a:spLocks noGrp="1"/>
          </p:cNvSpPr>
          <p:nvPr>
            <p:ph type="ctrTitle" hasCustomPrompt="1"/>
          </p:nvPr>
        </p:nvSpPr>
        <p:spPr>
          <a:xfrm>
            <a:off x="1760765" y="324937"/>
            <a:ext cx="4024032" cy="2885715"/>
          </a:xfrm>
        </p:spPr>
        <p:txBody>
          <a:bodyPr/>
          <a:lstStyle>
            <a:lvl1pPr algn="ctr">
              <a:defRPr sz="6000" b="1" spc="1500" baseline="0"/>
            </a:lvl1pPr>
          </a:lstStyle>
          <a:p>
            <a:r>
              <a:rPr lang="en-US" dirty="0"/>
              <a:t>CLICK</a:t>
            </a:r>
            <a:br>
              <a:rPr lang="en-US" dirty="0"/>
            </a:br>
            <a:r>
              <a:rPr lang="en-US" dirty="0"/>
              <a:t>TO ADD TITLE</a:t>
            </a:r>
          </a:p>
        </p:txBody>
      </p:sp>
      <p:sp>
        <p:nvSpPr>
          <p:cNvPr id="44" name="Subtitle 2">
            <a:extLst>
              <a:ext uri="{FF2B5EF4-FFF2-40B4-BE49-F238E27FC236}">
                <a16:creationId xmlns:a16="http://schemas.microsoft.com/office/drawing/2014/main" id="{192D33E3-D5C6-4492-9AB0-13294FD469B1}"/>
              </a:ext>
            </a:extLst>
          </p:cNvPr>
          <p:cNvSpPr>
            <a:spLocks noGrp="1"/>
          </p:cNvSpPr>
          <p:nvPr>
            <p:ph type="subTitle" idx="1" hasCustomPrompt="1"/>
          </p:nvPr>
        </p:nvSpPr>
        <p:spPr>
          <a:xfrm>
            <a:off x="1760765" y="3166312"/>
            <a:ext cx="4024032" cy="771802"/>
          </a:xfrm>
        </p:spPr>
        <p:txBody>
          <a:bodyPr/>
          <a:lstStyle>
            <a:lvl1pPr algn="ctr">
              <a:buFontTx/>
              <a:buNone/>
              <a:defRPr sz="2400" spc="400" baseline="0"/>
            </a:lvl1pPr>
          </a:lstStyle>
          <a:p>
            <a:r>
              <a:rPr lang="en-US" dirty="0"/>
              <a:t>CLICK TO ADD SUBTITLE</a:t>
            </a:r>
          </a:p>
        </p:txBody>
      </p:sp>
      <p:sp>
        <p:nvSpPr>
          <p:cNvPr id="45" name="Graphic 212">
            <a:extLst>
              <a:ext uri="{FF2B5EF4-FFF2-40B4-BE49-F238E27FC236}">
                <a16:creationId xmlns:a16="http://schemas.microsoft.com/office/drawing/2014/main" id="{55253C8E-0DF4-4187-8CFA-8E892B59BEC2}"/>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6" name="Graphic 212">
            <a:extLst>
              <a:ext uri="{FF2B5EF4-FFF2-40B4-BE49-F238E27FC236}">
                <a16:creationId xmlns:a16="http://schemas.microsoft.com/office/drawing/2014/main" id="{3E81479D-EC31-42B5-A3A1-02155919F878}"/>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Oval 53">
            <a:extLst>
              <a:ext uri="{FF2B5EF4-FFF2-40B4-BE49-F238E27FC236}">
                <a16:creationId xmlns:a16="http://schemas.microsoft.com/office/drawing/2014/main" id="{95B72045-B7EA-46A3-BFC1-BED5E2661ABF}"/>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Oval 54">
            <a:extLst>
              <a:ext uri="{FF2B5EF4-FFF2-40B4-BE49-F238E27FC236}">
                <a16:creationId xmlns:a16="http://schemas.microsoft.com/office/drawing/2014/main" id="{0F04D741-7B27-4605-B65D-7E8A12D22C5E}"/>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Picture Placeholder 60">
            <a:extLst>
              <a:ext uri="{FF2B5EF4-FFF2-40B4-BE49-F238E27FC236}">
                <a16:creationId xmlns:a16="http://schemas.microsoft.com/office/drawing/2014/main" id="{F0483D74-29C5-49E3-B816-46CBA8A93093}"/>
              </a:ext>
            </a:extLst>
          </p:cNvPr>
          <p:cNvSpPr>
            <a:spLocks noGrp="1"/>
          </p:cNvSpPr>
          <p:nvPr>
            <p:ph type="pic" sz="quarter" idx="13"/>
          </p:nvPr>
        </p:nvSpPr>
        <p:spPr>
          <a:xfrm>
            <a:off x="6601855" y="2313765"/>
            <a:ext cx="4773089" cy="4544235"/>
          </a:xfrm>
          <a:custGeom>
            <a:avLst/>
            <a:gdLst>
              <a:gd name="connsiteX0" fmla="*/ 2386544 w 4773089"/>
              <a:gd name="connsiteY0" fmla="*/ 0 h 4544235"/>
              <a:gd name="connsiteX1" fmla="*/ 4773089 w 4773089"/>
              <a:gd name="connsiteY1" fmla="*/ 2386545 h 4544235"/>
              <a:gd name="connsiteX2" fmla="*/ 3524113 w 4773089"/>
              <a:gd name="connsiteY2" fmla="*/ 4485046 h 4544235"/>
              <a:gd name="connsiteX3" fmla="*/ 3401244 w 4773089"/>
              <a:gd name="connsiteY3" fmla="*/ 4544235 h 4544235"/>
              <a:gd name="connsiteX4" fmla="*/ 1371845 w 4773089"/>
              <a:gd name="connsiteY4" fmla="*/ 4544235 h 4544235"/>
              <a:gd name="connsiteX5" fmla="*/ 1248976 w 4773089"/>
              <a:gd name="connsiteY5" fmla="*/ 4485046 h 4544235"/>
              <a:gd name="connsiteX6" fmla="*/ 0 w 4773089"/>
              <a:gd name="connsiteY6" fmla="*/ 2386545 h 4544235"/>
              <a:gd name="connsiteX7" fmla="*/ 2386544 w 4773089"/>
              <a:gd name="connsiteY7" fmla="*/ 0 h 454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3089" h="4544235">
                <a:moveTo>
                  <a:pt x="2386544" y="0"/>
                </a:moveTo>
                <a:cubicBezTo>
                  <a:pt x="3704596" y="0"/>
                  <a:pt x="4773089" y="1068494"/>
                  <a:pt x="4773089" y="2386545"/>
                </a:cubicBezTo>
                <a:cubicBezTo>
                  <a:pt x="4773089" y="3292705"/>
                  <a:pt x="4268059" y="4080910"/>
                  <a:pt x="3524113" y="4485046"/>
                </a:cubicBezTo>
                <a:lnTo>
                  <a:pt x="3401244" y="4544235"/>
                </a:lnTo>
                <a:lnTo>
                  <a:pt x="1371845" y="4544235"/>
                </a:lnTo>
                <a:lnTo>
                  <a:pt x="1248976" y="4485046"/>
                </a:lnTo>
                <a:cubicBezTo>
                  <a:pt x="505030" y="4080910"/>
                  <a:pt x="0" y="3292705"/>
                  <a:pt x="0" y="2386545"/>
                </a:cubicBezTo>
                <a:cubicBezTo>
                  <a:pt x="0" y="1068494"/>
                  <a:pt x="1068494" y="0"/>
                  <a:pt x="2386544" y="0"/>
                </a:cubicBezTo>
                <a:close/>
              </a:path>
            </a:pathLst>
          </a:custGeom>
          <a:noFill/>
        </p:spPr>
        <p:txBody>
          <a:bodyPr wrap="square">
            <a:noAutofit/>
          </a:bodyPr>
          <a:lstStyle>
            <a:lvl1pPr algn="ctr">
              <a:buFontTx/>
              <a:buNone/>
              <a:defRPr/>
            </a:lvl1pPr>
          </a:lstStyle>
          <a:p>
            <a:endParaRPr lang="en-US" dirty="0"/>
          </a:p>
          <a:p>
            <a:endParaRPr lang="en-US" dirty="0"/>
          </a:p>
          <a:p>
            <a:endParaRPr lang="en-US" dirty="0"/>
          </a:p>
          <a:p>
            <a:r>
              <a:rPr lang="en-US" dirty="0"/>
              <a:t>CLICK TO ADD PHOTO</a:t>
            </a:r>
          </a:p>
        </p:txBody>
      </p:sp>
      <p:grpSp>
        <p:nvGrpSpPr>
          <p:cNvPr id="15" name="Graphic 185">
            <a:extLst>
              <a:ext uri="{FF2B5EF4-FFF2-40B4-BE49-F238E27FC236}">
                <a16:creationId xmlns:a16="http://schemas.microsoft.com/office/drawing/2014/main" id="{9659A986-3E9F-4994-8D36-D1B503E2C7A1}"/>
              </a:ext>
              <a:ext uri="{C183D7F6-B498-43B3-948B-1728B52AA6E4}">
                <adec:decorative xmlns:adec="http://schemas.microsoft.com/office/drawing/2017/decorative" val="1"/>
              </a:ext>
            </a:extLst>
          </p:cNvPr>
          <p:cNvGrpSpPr/>
          <p:nvPr userDrawn="1"/>
        </p:nvGrpSpPr>
        <p:grpSpPr>
          <a:xfrm>
            <a:off x="10847710" y="6388311"/>
            <a:ext cx="1054467" cy="469689"/>
            <a:chOff x="9841624" y="4115729"/>
            <a:chExt cx="602170" cy="268223"/>
          </a:xfrm>
          <a:solidFill>
            <a:schemeClr val="tx1"/>
          </a:solidFill>
        </p:grpSpPr>
        <p:sp>
          <p:nvSpPr>
            <p:cNvPr id="16" name="Freeform: Shape 15">
              <a:extLst>
                <a:ext uri="{FF2B5EF4-FFF2-40B4-BE49-F238E27FC236}">
                  <a16:creationId xmlns:a16="http://schemas.microsoft.com/office/drawing/2014/main" id="{6F426D1A-9389-46FC-B066-C6E591C89C7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67883ED4-0FCB-4F63-84F4-0C4F06DC1C2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A9B6A69C-E38F-4A2E-8302-8744909FCD5D}"/>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BE1B19A3-9111-4F40-98B6-8EEE7D1CE04E}"/>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630653FA-2CEA-4F48-8C3D-AB750074BF3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315730384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grpSp>
        <p:nvGrpSpPr>
          <p:cNvPr id="175" name="Group 174">
            <a:extLst>
              <a:ext uri="{FF2B5EF4-FFF2-40B4-BE49-F238E27FC236}">
                <a16:creationId xmlns:a16="http://schemas.microsoft.com/office/drawing/2014/main" id="{FAE6CF7E-C57A-4CC1-92F5-932C54C8D405}"/>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176" name="Freeform: Shape 175">
              <a:extLst>
                <a:ext uri="{FF2B5EF4-FFF2-40B4-BE49-F238E27FC236}">
                  <a16:creationId xmlns:a16="http://schemas.microsoft.com/office/drawing/2014/main" id="{346635BB-0BF8-4643-9F1B-010FA1A03E12}"/>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51262E8E-82E0-4624-AFB8-23B54281680A}"/>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4EB1CCB-9D2B-433C-A6A6-31EF2FD52707}"/>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2E32FBF0-95B3-491B-98C2-1FA51CB41D86}"/>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175C8DFE-88AC-4A43-8617-6981B300741C}"/>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5B21DC5C-19E3-4D2E-90AA-635A88E641CD}"/>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C26FCF53-F438-4A58-8FD2-CAE3D52D4AE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C765ABAF-84C1-42E2-99D9-929B7EC508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B42C9D2F-6284-4BD9-BCFF-5C32F7FDF984}"/>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1C3E7263-685E-46D8-A7F6-E632D38676D9}"/>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990B5B3D-13E1-4E49-8B22-2E4206621B28}"/>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4670F691-09A7-4616-8803-51D0BF1D49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7E456B34-1D7D-46B7-9864-E6F3D5EEF702}"/>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88347124-F829-49F3-A411-9BDBF2A03C8A}"/>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nvGrpSpPr>
          <p:cNvPr id="23" name="Graphic 38">
            <a:extLst>
              <a:ext uri="{FF2B5EF4-FFF2-40B4-BE49-F238E27FC236}">
                <a16:creationId xmlns:a16="http://schemas.microsoft.com/office/drawing/2014/main" id="{9F14A5DD-2657-4346-AC8D-77FFFA0A1DB8}"/>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0D472844-E6F3-47F6-B54F-5B2F665A639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7939D725-4408-4EAA-BD85-8B6A289020D8}"/>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8" name="Title 1">
            <a:extLst>
              <a:ext uri="{FF2B5EF4-FFF2-40B4-BE49-F238E27FC236}">
                <a16:creationId xmlns:a16="http://schemas.microsoft.com/office/drawing/2014/main" id="{7792A114-7099-4B73-8CFF-1CD310B6C293}"/>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190" name="Date Placeholder 178">
            <a:extLst>
              <a:ext uri="{FF2B5EF4-FFF2-40B4-BE49-F238E27FC236}">
                <a16:creationId xmlns:a16="http://schemas.microsoft.com/office/drawing/2014/main" id="{D3ABC542-2E09-4DFF-BDC3-4E62CADE0205}"/>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91" name="Footer Placeholder 179">
            <a:extLst>
              <a:ext uri="{FF2B5EF4-FFF2-40B4-BE49-F238E27FC236}">
                <a16:creationId xmlns:a16="http://schemas.microsoft.com/office/drawing/2014/main" id="{EE59BB7C-0E79-4D99-98A2-6B6BB261A89C}"/>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192" name="Slide Number Placeholder 180">
            <a:extLst>
              <a:ext uri="{FF2B5EF4-FFF2-40B4-BE49-F238E27FC236}">
                <a16:creationId xmlns:a16="http://schemas.microsoft.com/office/drawing/2014/main" id="{28A48916-E63A-42EF-B5F2-0212F4E255B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54771777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23" name="Graphic 38">
            <a:extLst>
              <a:ext uri="{FF2B5EF4-FFF2-40B4-BE49-F238E27FC236}">
                <a16:creationId xmlns:a16="http://schemas.microsoft.com/office/drawing/2014/main" id="{3E8CD31A-1394-452A-9559-656ECA14585A}"/>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85E4E1EC-F0F2-4B35-9091-2F6FA0A0F7A0}"/>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6AA8D4E-47DD-4F4A-A460-D2D3D52A6F8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26" name="Group 25">
            <a:extLst>
              <a:ext uri="{FF2B5EF4-FFF2-40B4-BE49-F238E27FC236}">
                <a16:creationId xmlns:a16="http://schemas.microsoft.com/office/drawing/2014/main" id="{4CDB39CA-1C6B-4D29-8511-53EB2EE2C24C}"/>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27" name="Freeform: Shape 26">
              <a:extLst>
                <a:ext uri="{FF2B5EF4-FFF2-40B4-BE49-F238E27FC236}">
                  <a16:creationId xmlns:a16="http://schemas.microsoft.com/office/drawing/2014/main" id="{913293D6-0ECB-489A-A405-EAE446F30E8A}"/>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84505F60-82CB-4E69-9408-A65B5BE7C98C}"/>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CE3B5578-536F-4B38-89D2-C859EFB9E536}"/>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321C8DF3-1F8E-4B0D-B578-67D7E3A7F79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3EF634BD-8B6E-4470-B471-CCD9D52208E9}"/>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6D4EA52A-34A3-4161-A9CE-86569A099639}"/>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9F976BC-5664-4D19-8DC2-C83D9F201025}"/>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4FE844F3-0151-483D-A445-DF19C1CA237C}"/>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3602D36A-92EE-4D58-8B1E-A7C32FA38A81}"/>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54D3E311-8682-432D-96C1-892E0A7B846F}"/>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2F6A277D-D709-4AAD-A2BE-7F002BC0B1A4}"/>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692A7F87-C5D7-4B71-8667-833F96C3F2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74ABB7F8-185E-406E-84D5-2ADDC019320A}"/>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32343BE2-F9F3-467E-BAC0-182941FCBCD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Title 1">
            <a:extLst>
              <a:ext uri="{FF2B5EF4-FFF2-40B4-BE49-F238E27FC236}">
                <a16:creationId xmlns:a16="http://schemas.microsoft.com/office/drawing/2014/main" id="{3193E6E4-C8EE-470B-AABB-B46374938AA4}"/>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31" name="Date Placeholder 178">
            <a:extLst>
              <a:ext uri="{FF2B5EF4-FFF2-40B4-BE49-F238E27FC236}">
                <a16:creationId xmlns:a16="http://schemas.microsoft.com/office/drawing/2014/main" id="{9BFD1C1A-363C-4909-95D6-9AF44B452A5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9BB63C-A8D4-4F32-819C-F6F6BA0476C2}"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32" name="Footer Placeholder 179">
            <a:extLst>
              <a:ext uri="{FF2B5EF4-FFF2-40B4-BE49-F238E27FC236}">
                <a16:creationId xmlns:a16="http://schemas.microsoft.com/office/drawing/2014/main" id="{77213597-1706-40A7-8726-C468FB7F438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33" name="Slide Number Placeholder 180">
            <a:extLst>
              <a:ext uri="{FF2B5EF4-FFF2-40B4-BE49-F238E27FC236}">
                <a16:creationId xmlns:a16="http://schemas.microsoft.com/office/drawing/2014/main" id="{1BB201C7-C50B-4E2B-95EF-E5FFAF698DB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4040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8AD96798-1C42-49B1-99B2-BD7FA12760FC}"/>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18" name="Title 1">
            <a:extLst>
              <a:ext uri="{FF2B5EF4-FFF2-40B4-BE49-F238E27FC236}">
                <a16:creationId xmlns:a16="http://schemas.microsoft.com/office/drawing/2014/main" id="{00FC1B25-A4F4-4E8E-931D-D383946C91FC}"/>
              </a:ext>
            </a:extLst>
          </p:cNvPr>
          <p:cNvSpPr>
            <a:spLocks noGrp="1"/>
          </p:cNvSpPr>
          <p:nvPr>
            <p:ph type="title"/>
          </p:nvPr>
        </p:nvSpPr>
        <p:spPr>
          <a:xfrm>
            <a:off x="2838271" y="1010170"/>
            <a:ext cx="5178019" cy="3713638"/>
          </a:xfrm>
        </p:spPr>
        <p:txBody>
          <a:bodyPr anchor="ctr"/>
          <a:lstStyle>
            <a:lvl1pPr algn="ctr">
              <a:lnSpc>
                <a:spcPct val="100000"/>
              </a:lnSpc>
              <a:defRPr/>
            </a:lvl1pPr>
          </a:lstStyle>
          <a:p>
            <a:endParaRPr lang="en-US" dirty="0"/>
          </a:p>
        </p:txBody>
      </p:sp>
      <p:sp>
        <p:nvSpPr>
          <p:cNvPr id="36" name="Text Placeholder 34">
            <a:extLst>
              <a:ext uri="{FF2B5EF4-FFF2-40B4-BE49-F238E27FC236}">
                <a16:creationId xmlns:a16="http://schemas.microsoft.com/office/drawing/2014/main" id="{72818B4A-C05A-428C-A790-B75EA386A25F}"/>
              </a:ext>
            </a:extLst>
          </p:cNvPr>
          <p:cNvSpPr>
            <a:spLocks noGrp="1"/>
          </p:cNvSpPr>
          <p:nvPr>
            <p:ph type="body" sz="quarter" idx="13" hasCustomPrompt="1"/>
          </p:nvPr>
        </p:nvSpPr>
        <p:spPr>
          <a:xfrm>
            <a:off x="2838044" y="4914900"/>
            <a:ext cx="5178514" cy="819076"/>
          </a:xfrm>
        </p:spPr>
        <p:txBody>
          <a:bodyPr/>
          <a:lstStyle>
            <a:lvl1pPr algn="ctr">
              <a:buFontTx/>
              <a:buNone/>
              <a:defRPr/>
            </a:lvl1pPr>
          </a:lstStyle>
          <a:p>
            <a:pPr lvl="0"/>
            <a:r>
              <a:rPr lang="en-US" dirty="0"/>
              <a:t>Click to add text</a:t>
            </a:r>
          </a:p>
        </p:txBody>
      </p:sp>
      <p:sp>
        <p:nvSpPr>
          <p:cNvPr id="19" name="Freeform: Shape 18">
            <a:extLst>
              <a:ext uri="{FF2B5EF4-FFF2-40B4-BE49-F238E27FC236}">
                <a16:creationId xmlns:a16="http://schemas.microsoft.com/office/drawing/2014/main" id="{176E197B-E174-4C9D-87E5-0B9B08708760}"/>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17AB840-B4B7-452B-B062-6C9CF8426132}"/>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9FE5D1B6-33F6-4BAA-9D02-679E176F39C4}"/>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DCCBCA1-466D-44C6-93ED-2E02B623DB0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2CC7CBB9-9855-4B27-93BF-506D5D17E85B}"/>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6" name="Date Placeholder 178">
            <a:extLst>
              <a:ext uri="{FF2B5EF4-FFF2-40B4-BE49-F238E27FC236}">
                <a16:creationId xmlns:a16="http://schemas.microsoft.com/office/drawing/2014/main" id="{D3B95CCB-4EDF-4C85-82FC-E5FD2A4715E6}"/>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089AFA-FF4D-4DFB-9A2D-57BFB79B8D6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7" name="Footer Placeholder 179">
            <a:extLst>
              <a:ext uri="{FF2B5EF4-FFF2-40B4-BE49-F238E27FC236}">
                <a16:creationId xmlns:a16="http://schemas.microsoft.com/office/drawing/2014/main" id="{D8096E0F-A3CE-40F7-AA9D-B43562213203}"/>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grpSp>
        <p:nvGrpSpPr>
          <p:cNvPr id="28" name="Graphic 185">
            <a:extLst>
              <a:ext uri="{FF2B5EF4-FFF2-40B4-BE49-F238E27FC236}">
                <a16:creationId xmlns:a16="http://schemas.microsoft.com/office/drawing/2014/main" id="{59F51AE6-E003-46BA-A25A-6AFBDC3E73DA}"/>
              </a:ext>
              <a:ext uri="{C183D7F6-B498-43B3-948B-1728B52AA6E4}">
                <adec:decorative xmlns:adec="http://schemas.microsoft.com/office/drawing/2017/decorative" val="1"/>
              </a:ext>
            </a:extLst>
          </p:cNvPr>
          <p:cNvGrpSpPr/>
          <p:nvPr userDrawn="1"/>
        </p:nvGrpSpPr>
        <p:grpSpPr>
          <a:xfrm>
            <a:off x="10428621" y="5660492"/>
            <a:ext cx="1054467" cy="469689"/>
            <a:chOff x="9841624" y="4115729"/>
            <a:chExt cx="602170" cy="268223"/>
          </a:xfrm>
          <a:solidFill>
            <a:schemeClr val="tx1"/>
          </a:solidFill>
        </p:grpSpPr>
        <p:sp>
          <p:nvSpPr>
            <p:cNvPr id="29" name="Freeform: Shape 28">
              <a:extLst>
                <a:ext uri="{FF2B5EF4-FFF2-40B4-BE49-F238E27FC236}">
                  <a16:creationId xmlns:a16="http://schemas.microsoft.com/office/drawing/2014/main" id="{03F73C8B-6AB5-41EB-99EA-3C94CBEBB481}"/>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1A666D36-3657-4085-84AA-126594195C1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B12CF5CD-903D-4879-BBD3-A79140E8186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9EF969CD-CBA7-44B8-9544-660D7487A3D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6E91C2FB-38ED-4DF7-8F1F-3211A0592A4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4" name="Slide Number Placeholder 180">
            <a:extLst>
              <a:ext uri="{FF2B5EF4-FFF2-40B4-BE49-F238E27FC236}">
                <a16:creationId xmlns:a16="http://schemas.microsoft.com/office/drawing/2014/main" id="{383FF74A-FDDF-4768-9C1E-E6F3E66228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srgbClr val="898989"/>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srgbClr val="898989"/>
              </a:solidFill>
              <a:effectLst/>
              <a:uLnTx/>
              <a:uFillTx/>
              <a:latin typeface="Source Sans Pro"/>
              <a:cs typeface="+mn-cs"/>
            </a:endParaRPr>
          </a:p>
        </p:txBody>
      </p:sp>
    </p:spTree>
    <p:extLst>
      <p:ext uri="{BB962C8B-B14F-4D97-AF65-F5344CB8AC3E}">
        <p14:creationId xmlns:p14="http://schemas.microsoft.com/office/powerpoint/2010/main" val="399735008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56" name="Title 1">
            <a:extLst>
              <a:ext uri="{FF2B5EF4-FFF2-40B4-BE49-F238E27FC236}">
                <a16:creationId xmlns:a16="http://schemas.microsoft.com/office/drawing/2014/main" id="{08711333-F819-4928-8BA2-B03A1D7447F6}"/>
              </a:ext>
            </a:extLst>
          </p:cNvPr>
          <p:cNvSpPr>
            <a:spLocks noGrp="1"/>
          </p:cNvSpPr>
          <p:nvPr>
            <p:ph type="title"/>
          </p:nvPr>
        </p:nvSpPr>
        <p:spPr>
          <a:xfrm>
            <a:off x="1331088" y="565739"/>
            <a:ext cx="9745883" cy="1124949"/>
          </a:xfrm>
        </p:spPr>
        <p:txBody>
          <a:bodyPr/>
          <a:lstStyle/>
          <a:p>
            <a:endParaRPr lang="en-US" dirty="0"/>
          </a:p>
        </p:txBody>
      </p:sp>
      <p:grpSp>
        <p:nvGrpSpPr>
          <p:cNvPr id="2" name="Group 1">
            <a:extLst>
              <a:ext uri="{FF2B5EF4-FFF2-40B4-BE49-F238E27FC236}">
                <a16:creationId xmlns:a16="http://schemas.microsoft.com/office/drawing/2014/main" id="{B4DCAA54-A920-4F7D-B1F9-E60E950DBAE8}"/>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7" name="Freeform: Shape 56">
              <a:extLst>
                <a:ext uri="{FF2B5EF4-FFF2-40B4-BE49-F238E27FC236}">
                  <a16:creationId xmlns:a16="http://schemas.microsoft.com/office/drawing/2014/main" id="{28633F80-7150-4830-B036-FED561D8ABD2}"/>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984D32A8-76C6-4D70-887B-EC3211AD33EB}"/>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60" name="Oval 59">
            <a:extLst>
              <a:ext uri="{FF2B5EF4-FFF2-40B4-BE49-F238E27FC236}">
                <a16:creationId xmlns:a16="http://schemas.microsoft.com/office/drawing/2014/main" id="{EEDFE717-6A4F-4FD1-ABBF-5807E71F53F6}"/>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Date Placeholder 10">
            <a:extLst>
              <a:ext uri="{FF2B5EF4-FFF2-40B4-BE49-F238E27FC236}">
                <a16:creationId xmlns:a16="http://schemas.microsoft.com/office/drawing/2014/main" id="{26FBD0C2-9C38-4891-92F3-5AF6CD04E3E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78273EB-16C1-441E-9180-E8793C467BE0}"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62" name="Footer Placeholder 11">
            <a:extLst>
              <a:ext uri="{FF2B5EF4-FFF2-40B4-BE49-F238E27FC236}">
                <a16:creationId xmlns:a16="http://schemas.microsoft.com/office/drawing/2014/main" id="{5C6A806B-2B18-4D3B-8215-624EE91DAC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63" name="Slide Number Placeholder 12">
            <a:extLst>
              <a:ext uri="{FF2B5EF4-FFF2-40B4-BE49-F238E27FC236}">
                <a16:creationId xmlns:a16="http://schemas.microsoft.com/office/drawing/2014/main" id="{54E3AE0A-2F47-4B51-8F32-46ABDC574FFB}"/>
              </a:ext>
            </a:extLst>
          </p:cNvPr>
          <p:cNvSpPr>
            <a:spLocks noGrp="1"/>
          </p:cNvSpPr>
          <p:nvPr>
            <p:ph type="sldNum" sz="quarter" idx="12"/>
          </p:nvPr>
        </p:nvSpPr>
        <p:spPr>
          <a:xfrm>
            <a:off x="8644339"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11" name="Graphic 4">
            <a:extLst>
              <a:ext uri="{FF2B5EF4-FFF2-40B4-BE49-F238E27FC236}">
                <a16:creationId xmlns:a16="http://schemas.microsoft.com/office/drawing/2014/main" id="{A160D36B-90B2-4E2E-9A07-AFC4CC77ED14}"/>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12" name="Freeform: Shape 11">
              <a:extLst>
                <a:ext uri="{FF2B5EF4-FFF2-40B4-BE49-F238E27FC236}">
                  <a16:creationId xmlns:a16="http://schemas.microsoft.com/office/drawing/2014/main" id="{CADA6DC8-A018-4A16-84AF-9E2E74CD757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8C1308F7-B76A-4EC2-94B2-3D7A71B62604}"/>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98E3532C-7781-4159-A3A0-A2DE72CA6DBA}"/>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98D647FB-029D-4D71-B4E4-6D74FCB09C4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216A1C6D-37E7-47A0-814C-A09DC1123684}"/>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2759DEC-2103-4E2C-A470-F4AF6E5E3E87}"/>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788AE222-CCAD-4233-9F97-67021E530758}"/>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8610EC41-7752-4C40-99E0-1B5FEA90EB0E}"/>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AA370E4-6378-438E-96A5-93A548F17E9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2DC8BEFB-4BE0-44E4-B9EE-B9433675ED5D}"/>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C5C187D8-7DEF-4A4B-AEBD-0148B131FA7B}"/>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721C4DD4-9A7B-4D13-905C-4D8287BFC226}"/>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CB37570A-3C94-4E36-97CE-A23E9672578E}"/>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
        <p:nvSpPr>
          <p:cNvPr id="25" name="Picture Placeholder 11">
            <a:extLst>
              <a:ext uri="{FF2B5EF4-FFF2-40B4-BE49-F238E27FC236}">
                <a16:creationId xmlns:a16="http://schemas.microsoft.com/office/drawing/2014/main" id="{D0363784-2970-4EEC-A27D-C144838C7934}"/>
              </a:ext>
            </a:extLst>
          </p:cNvPr>
          <p:cNvSpPr>
            <a:spLocks noGrp="1"/>
          </p:cNvSpPr>
          <p:nvPr>
            <p:ph type="pic" sz="quarter" idx="14"/>
          </p:nvPr>
        </p:nvSpPr>
        <p:spPr>
          <a:xfrm>
            <a:off x="745213" y="2021303"/>
            <a:ext cx="2286000" cy="2286000"/>
          </a:xfrm>
          <a:prstGeom prst="ellipse">
            <a:avLst/>
          </a:prstGeom>
        </p:spPr>
        <p:txBody>
          <a:bodyPr>
            <a:normAutofit/>
          </a:bodyPr>
          <a:lstStyle>
            <a:lvl1pPr>
              <a:defRPr sz="2000"/>
            </a:lvl1pPr>
          </a:lstStyle>
          <a:p>
            <a:endParaRPr lang="en-US"/>
          </a:p>
        </p:txBody>
      </p:sp>
      <p:sp>
        <p:nvSpPr>
          <p:cNvPr id="26" name="Picture Placeholder 11">
            <a:extLst>
              <a:ext uri="{FF2B5EF4-FFF2-40B4-BE49-F238E27FC236}">
                <a16:creationId xmlns:a16="http://schemas.microsoft.com/office/drawing/2014/main" id="{A5F161F4-CB8E-480F-8499-D1BD68C8BB59}"/>
              </a:ext>
            </a:extLst>
          </p:cNvPr>
          <p:cNvSpPr>
            <a:spLocks noGrp="1"/>
          </p:cNvSpPr>
          <p:nvPr>
            <p:ph type="pic" sz="quarter" idx="15"/>
          </p:nvPr>
        </p:nvSpPr>
        <p:spPr>
          <a:xfrm>
            <a:off x="3551776" y="2021303"/>
            <a:ext cx="2286000" cy="2286000"/>
          </a:xfrm>
          <a:prstGeom prst="ellipse">
            <a:avLst/>
          </a:prstGeom>
        </p:spPr>
        <p:txBody>
          <a:bodyPr>
            <a:normAutofit/>
          </a:bodyPr>
          <a:lstStyle>
            <a:lvl1pPr>
              <a:defRPr sz="2000"/>
            </a:lvl1pPr>
          </a:lstStyle>
          <a:p>
            <a:endParaRPr lang="en-US"/>
          </a:p>
        </p:txBody>
      </p:sp>
      <p:sp>
        <p:nvSpPr>
          <p:cNvPr id="27" name="Picture Placeholder 11">
            <a:extLst>
              <a:ext uri="{FF2B5EF4-FFF2-40B4-BE49-F238E27FC236}">
                <a16:creationId xmlns:a16="http://schemas.microsoft.com/office/drawing/2014/main" id="{FA25DBB0-929B-4EA3-AF0A-D34760BBAB8E}"/>
              </a:ext>
            </a:extLst>
          </p:cNvPr>
          <p:cNvSpPr>
            <a:spLocks noGrp="1"/>
          </p:cNvSpPr>
          <p:nvPr>
            <p:ph type="pic" sz="quarter" idx="16"/>
          </p:nvPr>
        </p:nvSpPr>
        <p:spPr>
          <a:xfrm>
            <a:off x="6358339" y="2021303"/>
            <a:ext cx="2286000" cy="2286000"/>
          </a:xfrm>
          <a:prstGeom prst="ellipse">
            <a:avLst/>
          </a:prstGeom>
        </p:spPr>
        <p:txBody>
          <a:bodyPr>
            <a:normAutofit/>
          </a:bodyPr>
          <a:lstStyle>
            <a:lvl1pPr>
              <a:defRPr sz="2000"/>
            </a:lvl1pPr>
          </a:lstStyle>
          <a:p>
            <a:endParaRPr lang="en-US"/>
          </a:p>
        </p:txBody>
      </p:sp>
      <p:sp>
        <p:nvSpPr>
          <p:cNvPr id="28" name="Picture Placeholder 11">
            <a:extLst>
              <a:ext uri="{FF2B5EF4-FFF2-40B4-BE49-F238E27FC236}">
                <a16:creationId xmlns:a16="http://schemas.microsoft.com/office/drawing/2014/main" id="{2166858A-D674-4111-9862-D87359001031}"/>
              </a:ext>
            </a:extLst>
          </p:cNvPr>
          <p:cNvSpPr>
            <a:spLocks noGrp="1"/>
          </p:cNvSpPr>
          <p:nvPr>
            <p:ph type="pic" sz="quarter" idx="17"/>
          </p:nvPr>
        </p:nvSpPr>
        <p:spPr>
          <a:xfrm>
            <a:off x="9164901" y="2021303"/>
            <a:ext cx="2286000" cy="2286000"/>
          </a:xfrm>
          <a:prstGeom prst="ellipse">
            <a:avLst/>
          </a:prstGeom>
        </p:spPr>
        <p:txBody>
          <a:bodyPr>
            <a:normAutofit/>
          </a:bodyPr>
          <a:lstStyle>
            <a:lvl1pPr>
              <a:defRPr sz="2000"/>
            </a:lvl1pPr>
          </a:lstStyle>
          <a:p>
            <a:endParaRPr lang="en-US"/>
          </a:p>
        </p:txBody>
      </p:sp>
      <p:sp>
        <p:nvSpPr>
          <p:cNvPr id="29" name="Text Placeholder 20">
            <a:extLst>
              <a:ext uri="{FF2B5EF4-FFF2-40B4-BE49-F238E27FC236}">
                <a16:creationId xmlns:a16="http://schemas.microsoft.com/office/drawing/2014/main" id="{0A21E468-9819-48EA-9CFE-D8A100CF2FBC}"/>
              </a:ext>
            </a:extLst>
          </p:cNvPr>
          <p:cNvSpPr>
            <a:spLocks noGrp="1"/>
          </p:cNvSpPr>
          <p:nvPr>
            <p:ph type="body" sz="quarter" idx="18" hasCustomPrompt="1"/>
          </p:nvPr>
        </p:nvSpPr>
        <p:spPr>
          <a:xfrm>
            <a:off x="762000" y="441764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30" name="Text Placeholder 22">
            <a:extLst>
              <a:ext uri="{FF2B5EF4-FFF2-40B4-BE49-F238E27FC236}">
                <a16:creationId xmlns:a16="http://schemas.microsoft.com/office/drawing/2014/main" id="{2AA605BC-184B-485A-B68D-27607D4AAB0C}"/>
              </a:ext>
            </a:extLst>
          </p:cNvPr>
          <p:cNvSpPr>
            <a:spLocks noGrp="1"/>
          </p:cNvSpPr>
          <p:nvPr>
            <p:ph type="body" sz="quarter" idx="19" hasCustomPrompt="1"/>
          </p:nvPr>
        </p:nvSpPr>
        <p:spPr>
          <a:xfrm>
            <a:off x="762000"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1" name="Text Placeholder 20">
            <a:extLst>
              <a:ext uri="{FF2B5EF4-FFF2-40B4-BE49-F238E27FC236}">
                <a16:creationId xmlns:a16="http://schemas.microsoft.com/office/drawing/2014/main" id="{5E1DA376-8DFF-42EB-AC05-624D4CC17008}"/>
              </a:ext>
            </a:extLst>
          </p:cNvPr>
          <p:cNvSpPr>
            <a:spLocks noGrp="1"/>
          </p:cNvSpPr>
          <p:nvPr>
            <p:ph type="body" sz="quarter" idx="20" hasCustomPrompt="1"/>
          </p:nvPr>
        </p:nvSpPr>
        <p:spPr>
          <a:xfrm>
            <a:off x="3562967"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2" name="Text Placeholder 22">
            <a:extLst>
              <a:ext uri="{FF2B5EF4-FFF2-40B4-BE49-F238E27FC236}">
                <a16:creationId xmlns:a16="http://schemas.microsoft.com/office/drawing/2014/main" id="{88EA8545-B741-4E15-8054-C79F08609384}"/>
              </a:ext>
            </a:extLst>
          </p:cNvPr>
          <p:cNvSpPr>
            <a:spLocks noGrp="1"/>
          </p:cNvSpPr>
          <p:nvPr>
            <p:ph type="body" sz="quarter" idx="21" hasCustomPrompt="1"/>
          </p:nvPr>
        </p:nvSpPr>
        <p:spPr>
          <a:xfrm>
            <a:off x="3562967"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3" name="Text Placeholder 20">
            <a:extLst>
              <a:ext uri="{FF2B5EF4-FFF2-40B4-BE49-F238E27FC236}">
                <a16:creationId xmlns:a16="http://schemas.microsoft.com/office/drawing/2014/main" id="{C5DDD12B-8AD2-4194-9011-B8AE495CE84A}"/>
              </a:ext>
            </a:extLst>
          </p:cNvPr>
          <p:cNvSpPr>
            <a:spLocks noGrp="1"/>
          </p:cNvSpPr>
          <p:nvPr>
            <p:ph type="body" sz="quarter" idx="22" hasCustomPrompt="1"/>
          </p:nvPr>
        </p:nvSpPr>
        <p:spPr>
          <a:xfrm>
            <a:off x="6363934"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4" name="Text Placeholder 22">
            <a:extLst>
              <a:ext uri="{FF2B5EF4-FFF2-40B4-BE49-F238E27FC236}">
                <a16:creationId xmlns:a16="http://schemas.microsoft.com/office/drawing/2014/main" id="{E1E9CE9A-B335-4B09-A6DC-9FDAE1A8541E}"/>
              </a:ext>
            </a:extLst>
          </p:cNvPr>
          <p:cNvSpPr>
            <a:spLocks noGrp="1"/>
          </p:cNvSpPr>
          <p:nvPr>
            <p:ph type="body" sz="quarter" idx="23" hasCustomPrompt="1"/>
          </p:nvPr>
        </p:nvSpPr>
        <p:spPr>
          <a:xfrm>
            <a:off x="6363934"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5" name="Text Placeholder 20">
            <a:extLst>
              <a:ext uri="{FF2B5EF4-FFF2-40B4-BE49-F238E27FC236}">
                <a16:creationId xmlns:a16="http://schemas.microsoft.com/office/drawing/2014/main" id="{05755812-FA39-400E-9830-518115B16F1A}"/>
              </a:ext>
            </a:extLst>
          </p:cNvPr>
          <p:cNvSpPr>
            <a:spLocks noGrp="1"/>
          </p:cNvSpPr>
          <p:nvPr>
            <p:ph type="body" sz="quarter" idx="24" hasCustomPrompt="1"/>
          </p:nvPr>
        </p:nvSpPr>
        <p:spPr>
          <a:xfrm>
            <a:off x="9164901"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6" name="Text Placeholder 22">
            <a:extLst>
              <a:ext uri="{FF2B5EF4-FFF2-40B4-BE49-F238E27FC236}">
                <a16:creationId xmlns:a16="http://schemas.microsoft.com/office/drawing/2014/main" id="{B0C99DAB-BC75-4032-B8DE-82896B438816}"/>
              </a:ext>
            </a:extLst>
          </p:cNvPr>
          <p:cNvSpPr>
            <a:spLocks noGrp="1"/>
          </p:cNvSpPr>
          <p:nvPr>
            <p:ph type="body" sz="quarter" idx="25" hasCustomPrompt="1"/>
          </p:nvPr>
        </p:nvSpPr>
        <p:spPr>
          <a:xfrm>
            <a:off x="9164901"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279247625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grpSp>
        <p:nvGrpSpPr>
          <p:cNvPr id="34" name="Graphic 4">
            <a:extLst>
              <a:ext uri="{FF2B5EF4-FFF2-40B4-BE49-F238E27FC236}">
                <a16:creationId xmlns:a16="http://schemas.microsoft.com/office/drawing/2014/main" id="{F6919F4A-127D-4827-9E80-D8662425CC16}"/>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35" name="Freeform: Shape 34">
              <a:extLst>
                <a:ext uri="{FF2B5EF4-FFF2-40B4-BE49-F238E27FC236}">
                  <a16:creationId xmlns:a16="http://schemas.microsoft.com/office/drawing/2014/main" id="{E4F0C362-E345-4C93-8DBC-55525E213FE2}"/>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246589FF-4A9D-484E-95B0-A0C39A326BFF}"/>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CC09BAE-0430-4149-BDEC-23DD9C37ACC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4F6CC180-FC7F-4A8E-BACC-034FD0C68CA9}"/>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A137FFAD-2383-4411-A9CD-B0DCBF8452F9}"/>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6F7ADA10-97E6-406B-955B-4DF941688C55}"/>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E5ED4958-089A-40EE-BEF8-D2DA3283FE41}"/>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6BBC70D8-0977-4E3E-BDCC-5DB32F534597}"/>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2F37D25-C4FD-4978-AE31-636891A33D6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42DD3606-BA69-4959-9335-377E9AA120FF}"/>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F5B11ABC-F37E-4946-9A7B-90D363182626}"/>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D86B1D23-2F36-4086-9CF7-D76D833D2282}"/>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A3AE423B-5BB8-454B-B2D6-85AE6185C587}"/>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52" name="Group 51">
            <a:extLst>
              <a:ext uri="{FF2B5EF4-FFF2-40B4-BE49-F238E27FC236}">
                <a16:creationId xmlns:a16="http://schemas.microsoft.com/office/drawing/2014/main" id="{3BF87D25-4424-40BA-B114-A4FB8BDFE843}"/>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3" name="Freeform: Shape 52">
              <a:extLst>
                <a:ext uri="{FF2B5EF4-FFF2-40B4-BE49-F238E27FC236}">
                  <a16:creationId xmlns:a16="http://schemas.microsoft.com/office/drawing/2014/main" id="{B567477D-2972-4718-B0A2-9FC97531B87F}"/>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52D08859-301B-4802-95D8-B8A552752B90}"/>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48" name="Title 1">
            <a:extLst>
              <a:ext uri="{FF2B5EF4-FFF2-40B4-BE49-F238E27FC236}">
                <a16:creationId xmlns:a16="http://schemas.microsoft.com/office/drawing/2014/main" id="{430ADD3E-99CC-43CF-9A97-D44AA54C5F1E}"/>
              </a:ext>
            </a:extLst>
          </p:cNvPr>
          <p:cNvSpPr>
            <a:spLocks noGrp="1"/>
          </p:cNvSpPr>
          <p:nvPr>
            <p:ph type="title"/>
          </p:nvPr>
        </p:nvSpPr>
        <p:spPr>
          <a:xfrm>
            <a:off x="1331088" y="565739"/>
            <a:ext cx="9745883" cy="1124949"/>
          </a:xfrm>
        </p:spPr>
        <p:txBody>
          <a:bodyPr/>
          <a:lstStyle/>
          <a:p>
            <a:endParaRPr lang="en-US" dirty="0"/>
          </a:p>
        </p:txBody>
      </p:sp>
      <p:sp>
        <p:nvSpPr>
          <p:cNvPr id="49" name="Date Placeholder 10">
            <a:extLst>
              <a:ext uri="{FF2B5EF4-FFF2-40B4-BE49-F238E27FC236}">
                <a16:creationId xmlns:a16="http://schemas.microsoft.com/office/drawing/2014/main" id="{8C8B246A-7ACC-4517-903D-35509488E52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B490EC5-6F65-45BF-89F3-AC4DE8AFDD8B}"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50" name="Footer Placeholder 11">
            <a:extLst>
              <a:ext uri="{FF2B5EF4-FFF2-40B4-BE49-F238E27FC236}">
                <a16:creationId xmlns:a16="http://schemas.microsoft.com/office/drawing/2014/main" id="{C75AD95D-76DC-4BCD-8AFB-35B7DB2D7F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51" name="Slide Number Placeholder 12">
            <a:extLst>
              <a:ext uri="{FF2B5EF4-FFF2-40B4-BE49-F238E27FC236}">
                <a16:creationId xmlns:a16="http://schemas.microsoft.com/office/drawing/2014/main" id="{65BB740A-80ED-48DA-B622-9643EFA230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 name="Oval 1">
            <a:extLst>
              <a:ext uri="{FF2B5EF4-FFF2-40B4-BE49-F238E27FC236}">
                <a16:creationId xmlns:a16="http://schemas.microsoft.com/office/drawing/2014/main" id="{7F7C86B6-604E-4B54-A07B-F9BB80F8727E}"/>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59864315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2F117D5-7402-40B6-8492-280C24F60EB8}"/>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161BA3FA-C408-4DD0-8D01-AD1955F394ED}"/>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C1D6E8BB-7294-492C-92F6-55ED4E53CFE8}"/>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58388000-0440-4364-8913-532DFCCD9C34}"/>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23A011FE-8ED6-4045-8217-38BE203C050D}"/>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55AFAABB-1473-4746-A400-F23E5F57BB4B}"/>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1FD7A49F-A1AC-4EB9-9F5F-D56917BFD054}"/>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FEEB7B70-2392-461B-A28C-EF5E96FA994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CC22C2E5-25C3-4B84-ABFF-7E10A7384E59}"/>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A810E927-C50B-4C1F-BF74-F1A3559B3DE6}"/>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423B0F93-803E-467A-92BE-7BEE604727BE}"/>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E9E1CC9-CDA4-47AD-BE6D-1BCF23A205D0}"/>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C96F2C24-1974-4A14-BD08-87F28469CFC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6A4424CD-BBD4-45CD-B514-589708B8F50B}"/>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0" name="Title 1">
            <a:extLst>
              <a:ext uri="{FF2B5EF4-FFF2-40B4-BE49-F238E27FC236}">
                <a16:creationId xmlns:a16="http://schemas.microsoft.com/office/drawing/2014/main" id="{910615CB-FBDD-424F-8ADD-978583CED990}"/>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24" name="Text Placeholder 23">
            <a:extLst>
              <a:ext uri="{FF2B5EF4-FFF2-40B4-BE49-F238E27FC236}">
                <a16:creationId xmlns:a16="http://schemas.microsoft.com/office/drawing/2014/main" id="{85B7C0E5-3D24-4DFB-A690-9F48FFF835BB}"/>
              </a:ext>
            </a:extLst>
          </p:cNvPr>
          <p:cNvSpPr>
            <a:spLocks noGrp="1"/>
          </p:cNvSpPr>
          <p:nvPr>
            <p:ph type="body" sz="quarter" idx="13" hasCustomPrompt="1"/>
          </p:nvPr>
        </p:nvSpPr>
        <p:spPr>
          <a:xfrm>
            <a:off x="1691325" y="2014538"/>
            <a:ext cx="4307160" cy="518874"/>
          </a:xfrm>
        </p:spPr>
        <p:txBody>
          <a:bodyPr/>
          <a:lstStyle>
            <a:lvl1pPr>
              <a:buNone/>
              <a:defRPr b="1"/>
            </a:lvl1pPr>
          </a:lstStyle>
          <a:p>
            <a:pPr lvl="0"/>
            <a:r>
              <a:rPr lang="en-US" dirty="0"/>
              <a:t>Click to add title</a:t>
            </a:r>
          </a:p>
        </p:txBody>
      </p:sp>
      <p:sp>
        <p:nvSpPr>
          <p:cNvPr id="26" name="Text Placeholder 25">
            <a:extLst>
              <a:ext uri="{FF2B5EF4-FFF2-40B4-BE49-F238E27FC236}">
                <a16:creationId xmlns:a16="http://schemas.microsoft.com/office/drawing/2014/main" id="{793E2773-9306-412E-962B-7E07A98F86E1}"/>
              </a:ext>
            </a:extLst>
          </p:cNvPr>
          <p:cNvSpPr>
            <a:spLocks noGrp="1"/>
          </p:cNvSpPr>
          <p:nvPr>
            <p:ph type="body" sz="quarter" idx="14" hasCustomPrompt="1"/>
          </p:nvPr>
        </p:nvSpPr>
        <p:spPr>
          <a:xfrm>
            <a:off x="1691325"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7" name="Text Placeholder 23">
            <a:extLst>
              <a:ext uri="{FF2B5EF4-FFF2-40B4-BE49-F238E27FC236}">
                <a16:creationId xmlns:a16="http://schemas.microsoft.com/office/drawing/2014/main" id="{74AEFB0F-EDEB-4CE7-BF8A-58F8F86FCFF8}"/>
              </a:ext>
            </a:extLst>
          </p:cNvPr>
          <p:cNvSpPr>
            <a:spLocks noGrp="1"/>
          </p:cNvSpPr>
          <p:nvPr>
            <p:ph type="body" sz="quarter" idx="15" hasCustomPrompt="1"/>
          </p:nvPr>
        </p:nvSpPr>
        <p:spPr>
          <a:xfrm>
            <a:off x="6317484" y="2014538"/>
            <a:ext cx="4307160" cy="518874"/>
          </a:xfrm>
        </p:spPr>
        <p:txBody>
          <a:bodyPr/>
          <a:lstStyle>
            <a:lvl1pPr>
              <a:buNone/>
              <a:defRPr b="1"/>
            </a:lvl1pPr>
          </a:lstStyle>
          <a:p>
            <a:pPr lvl="0"/>
            <a:r>
              <a:rPr lang="en-US" dirty="0"/>
              <a:t>Click to add title</a:t>
            </a:r>
          </a:p>
        </p:txBody>
      </p:sp>
      <p:sp>
        <p:nvSpPr>
          <p:cNvPr id="28" name="Text Placeholder 25">
            <a:extLst>
              <a:ext uri="{FF2B5EF4-FFF2-40B4-BE49-F238E27FC236}">
                <a16:creationId xmlns:a16="http://schemas.microsoft.com/office/drawing/2014/main" id="{94619FC5-B03D-4276-8DBC-914C0A25B451}"/>
              </a:ext>
            </a:extLst>
          </p:cNvPr>
          <p:cNvSpPr>
            <a:spLocks noGrp="1"/>
          </p:cNvSpPr>
          <p:nvPr>
            <p:ph type="body" sz="quarter" idx="16" hasCustomPrompt="1"/>
          </p:nvPr>
        </p:nvSpPr>
        <p:spPr>
          <a:xfrm>
            <a:off x="6317484"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0" name="Date Placeholder 178">
            <a:extLst>
              <a:ext uri="{FF2B5EF4-FFF2-40B4-BE49-F238E27FC236}">
                <a16:creationId xmlns:a16="http://schemas.microsoft.com/office/drawing/2014/main" id="{0074F3C0-04F3-47D1-A460-C08BEEEF6598}"/>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758A3ACE-AE1A-4D02-81AA-F028A49496C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E96438A-49EF-4161-928A-5483E9D633E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E323AC62-66C0-48E7-B7EF-4D2DFBE292DE}"/>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302667A9-FF11-4B3D-8F03-D1CBEC1100E4}"/>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62526CF3-68B0-4678-9FF1-C4074D92C0B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C8FA80C5-0AF9-4E9E-9258-7928ED4DA6A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12763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DC69EE-08C2-4573-A383-212F2152148A}"/>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8960DAF1-EA06-48DD-B352-E00071AE6AE5}"/>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3E04C944-590F-4E8A-93FD-114C635E06B1}"/>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F94F8F63-5843-4702-B051-4AB52DF7DE31}"/>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F00F67E0-08A5-41E9-96D4-346BDE562DA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F519DAA4-AB34-40EA-B769-E99C70A02712}"/>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E546AAE8-9480-4504-B6E4-28190AA0C77C}"/>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E52E878-0C0B-4CA9-B64D-8775E341FD09}"/>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698B443D-5774-4102-9897-9B19780930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CC166CC2-6EA4-420D-8132-C0188C96A19D}"/>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13398B68-EA12-44C5-BEB7-010640A8843C}"/>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805BF01E-3423-4868-8B01-6ACF362BE933}"/>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12FC972F-3283-4FF2-97B4-1096B8A2F41F}"/>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0A6C02E3-3094-499F-A339-CDF211F40AEC}"/>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9" name="Title 1">
            <a:extLst>
              <a:ext uri="{FF2B5EF4-FFF2-40B4-BE49-F238E27FC236}">
                <a16:creationId xmlns:a16="http://schemas.microsoft.com/office/drawing/2014/main" id="{D0C58A35-8A63-4692-8B63-9D9A21D8CC77}"/>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29" name="Text Placeholder 23">
            <a:extLst>
              <a:ext uri="{FF2B5EF4-FFF2-40B4-BE49-F238E27FC236}">
                <a16:creationId xmlns:a16="http://schemas.microsoft.com/office/drawing/2014/main" id="{6FAB1B98-F750-4639-8CB7-0AE14F2222E5}"/>
              </a:ext>
            </a:extLst>
          </p:cNvPr>
          <p:cNvSpPr>
            <a:spLocks noGrp="1"/>
          </p:cNvSpPr>
          <p:nvPr>
            <p:ph type="body" sz="quarter" idx="13" hasCustomPrompt="1"/>
          </p:nvPr>
        </p:nvSpPr>
        <p:spPr>
          <a:xfrm>
            <a:off x="504392" y="2014538"/>
            <a:ext cx="3534208" cy="518874"/>
          </a:xfrm>
        </p:spPr>
        <p:txBody>
          <a:bodyPr/>
          <a:lstStyle>
            <a:lvl1pPr>
              <a:buNone/>
              <a:defRPr b="1"/>
            </a:lvl1pPr>
          </a:lstStyle>
          <a:p>
            <a:pPr lvl="0"/>
            <a:r>
              <a:rPr lang="en-US" dirty="0"/>
              <a:t>Click to add title</a:t>
            </a:r>
          </a:p>
        </p:txBody>
      </p:sp>
      <p:sp>
        <p:nvSpPr>
          <p:cNvPr id="30" name="Text Placeholder 25">
            <a:extLst>
              <a:ext uri="{FF2B5EF4-FFF2-40B4-BE49-F238E27FC236}">
                <a16:creationId xmlns:a16="http://schemas.microsoft.com/office/drawing/2014/main" id="{48E26416-085F-4E9B-87E9-A089A0F7E22C}"/>
              </a:ext>
            </a:extLst>
          </p:cNvPr>
          <p:cNvSpPr>
            <a:spLocks noGrp="1"/>
          </p:cNvSpPr>
          <p:nvPr>
            <p:ph type="body" sz="quarter" idx="14" hasCustomPrompt="1"/>
          </p:nvPr>
        </p:nvSpPr>
        <p:spPr>
          <a:xfrm>
            <a:off x="504392"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1" name="Text Placeholder 23">
            <a:extLst>
              <a:ext uri="{FF2B5EF4-FFF2-40B4-BE49-F238E27FC236}">
                <a16:creationId xmlns:a16="http://schemas.microsoft.com/office/drawing/2014/main" id="{3DD7FA1E-4F94-4135-9C82-99F5F49837C6}"/>
              </a:ext>
            </a:extLst>
          </p:cNvPr>
          <p:cNvSpPr>
            <a:spLocks noGrp="1"/>
          </p:cNvSpPr>
          <p:nvPr>
            <p:ph type="body" sz="quarter" idx="15" hasCustomPrompt="1"/>
          </p:nvPr>
        </p:nvSpPr>
        <p:spPr>
          <a:xfrm>
            <a:off x="4356809" y="2014538"/>
            <a:ext cx="3534208" cy="518874"/>
          </a:xfrm>
        </p:spPr>
        <p:txBody>
          <a:bodyPr/>
          <a:lstStyle>
            <a:lvl1pPr>
              <a:buNone/>
              <a:defRPr b="1"/>
            </a:lvl1pPr>
          </a:lstStyle>
          <a:p>
            <a:pPr lvl="0"/>
            <a:r>
              <a:rPr lang="en-US" dirty="0"/>
              <a:t>Click to add title</a:t>
            </a:r>
          </a:p>
        </p:txBody>
      </p:sp>
      <p:sp>
        <p:nvSpPr>
          <p:cNvPr id="32" name="Text Placeholder 25">
            <a:extLst>
              <a:ext uri="{FF2B5EF4-FFF2-40B4-BE49-F238E27FC236}">
                <a16:creationId xmlns:a16="http://schemas.microsoft.com/office/drawing/2014/main" id="{F7AA6B3E-2A7F-4C5B-A703-3DA981212918}"/>
              </a:ext>
            </a:extLst>
          </p:cNvPr>
          <p:cNvSpPr>
            <a:spLocks noGrp="1"/>
          </p:cNvSpPr>
          <p:nvPr>
            <p:ph type="body" sz="quarter" idx="16" hasCustomPrompt="1"/>
          </p:nvPr>
        </p:nvSpPr>
        <p:spPr>
          <a:xfrm>
            <a:off x="4356809"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3" name="Text Placeholder 23">
            <a:extLst>
              <a:ext uri="{FF2B5EF4-FFF2-40B4-BE49-F238E27FC236}">
                <a16:creationId xmlns:a16="http://schemas.microsoft.com/office/drawing/2014/main" id="{1A83EB8D-ED40-4BAC-80EE-11E74BA5D543}"/>
              </a:ext>
            </a:extLst>
          </p:cNvPr>
          <p:cNvSpPr>
            <a:spLocks noGrp="1"/>
          </p:cNvSpPr>
          <p:nvPr>
            <p:ph type="body" sz="quarter" idx="17" hasCustomPrompt="1"/>
          </p:nvPr>
        </p:nvSpPr>
        <p:spPr>
          <a:xfrm>
            <a:off x="8209226" y="2014538"/>
            <a:ext cx="3534208" cy="518874"/>
          </a:xfrm>
        </p:spPr>
        <p:txBody>
          <a:bodyPr/>
          <a:lstStyle>
            <a:lvl1pPr>
              <a:buNone/>
              <a:defRPr b="1"/>
            </a:lvl1pPr>
          </a:lstStyle>
          <a:p>
            <a:pPr lvl="0"/>
            <a:r>
              <a:rPr lang="en-US" dirty="0"/>
              <a:t>Click to add title</a:t>
            </a:r>
          </a:p>
        </p:txBody>
      </p:sp>
      <p:sp>
        <p:nvSpPr>
          <p:cNvPr id="34" name="Text Placeholder 25">
            <a:extLst>
              <a:ext uri="{FF2B5EF4-FFF2-40B4-BE49-F238E27FC236}">
                <a16:creationId xmlns:a16="http://schemas.microsoft.com/office/drawing/2014/main" id="{FAA48909-78A3-4225-8248-6AE681C50EA5}"/>
              </a:ext>
            </a:extLst>
          </p:cNvPr>
          <p:cNvSpPr>
            <a:spLocks noGrp="1"/>
          </p:cNvSpPr>
          <p:nvPr>
            <p:ph type="body" sz="quarter" idx="18" hasCustomPrompt="1"/>
          </p:nvPr>
        </p:nvSpPr>
        <p:spPr>
          <a:xfrm>
            <a:off x="8209226"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0" name="Date Placeholder 178">
            <a:extLst>
              <a:ext uri="{FF2B5EF4-FFF2-40B4-BE49-F238E27FC236}">
                <a16:creationId xmlns:a16="http://schemas.microsoft.com/office/drawing/2014/main" id="{AB1287EA-2C67-487A-8E0D-2B45F7A503ED}"/>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B33A6E73-75FC-4E5B-80C2-C4D6F49ED7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7F3BA23-6B20-4DC1-A930-EC3BC07DD79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40939DF5-AC28-4DAD-BBF7-99448C2D5BEB}"/>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EBCF1BD2-77CD-45E1-B77C-6235C19B544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E22D69D-860B-4567-9CE7-F30E5450A692}"/>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16820B48-F149-4E55-A3C5-C6D97DCB0EBE}"/>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975797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2CDCAF-CD85-4662-A592-845D42A43C22}"/>
              </a:ext>
              <a:ext uri="{C183D7F6-B498-43B3-948B-1728B52AA6E4}">
                <adec:decorative xmlns:adec="http://schemas.microsoft.com/office/drawing/2017/decorative" val="1"/>
              </a:ext>
            </a:extLst>
          </p:cNvPr>
          <p:cNvGrpSpPr/>
          <p:nvPr userDrawn="1"/>
        </p:nvGrpSpPr>
        <p:grpSpPr>
          <a:xfrm>
            <a:off x="0" y="2"/>
            <a:ext cx="2232252" cy="2361890"/>
            <a:chOff x="0" y="2"/>
            <a:chExt cx="2232252" cy="2361890"/>
          </a:xfrm>
        </p:grpSpPr>
        <p:sp>
          <p:nvSpPr>
            <p:cNvPr id="3" name="Freeform: Shape 2">
              <a:extLst>
                <a:ext uri="{FF2B5EF4-FFF2-40B4-BE49-F238E27FC236}">
                  <a16:creationId xmlns:a16="http://schemas.microsoft.com/office/drawing/2014/main" id="{EFCE107D-488B-4994-BA9A-564E5774802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4CE23D58-D8BD-47F1-8A08-1545434EDDA0}"/>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5" name="Freeform: Shape 4">
              <a:extLst>
                <a:ext uri="{FF2B5EF4-FFF2-40B4-BE49-F238E27FC236}">
                  <a16:creationId xmlns:a16="http://schemas.microsoft.com/office/drawing/2014/main" id="{406603D7-A9AD-4936-90DC-D8A2A1F2D261}"/>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 name="Freeform: Shape 5">
              <a:extLst>
                <a:ext uri="{FF2B5EF4-FFF2-40B4-BE49-F238E27FC236}">
                  <a16:creationId xmlns:a16="http://schemas.microsoft.com/office/drawing/2014/main" id="{E9DA8193-AE04-4173-B7BB-C770C79E6340}"/>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 name="Title 1">
            <a:extLst>
              <a:ext uri="{FF2B5EF4-FFF2-40B4-BE49-F238E27FC236}">
                <a16:creationId xmlns:a16="http://schemas.microsoft.com/office/drawing/2014/main" id="{EA2796DC-5724-4DF5-8195-1FABE6D85544}"/>
              </a:ext>
            </a:extLst>
          </p:cNvPr>
          <p:cNvSpPr>
            <a:spLocks noGrp="1"/>
          </p:cNvSpPr>
          <p:nvPr>
            <p:ph type="title"/>
          </p:nvPr>
        </p:nvSpPr>
        <p:spPr>
          <a:xfrm>
            <a:off x="2232251" y="633046"/>
            <a:ext cx="3863749" cy="1314996"/>
          </a:xfrm>
        </p:spPr>
        <p:txBody>
          <a:bodyPr anchor="b"/>
          <a:lstStyle/>
          <a:p>
            <a:endParaRPr lang="en-US" dirty="0"/>
          </a:p>
        </p:txBody>
      </p:sp>
      <p:sp>
        <p:nvSpPr>
          <p:cNvPr id="7" name="Content Placeholder 2">
            <a:extLst>
              <a:ext uri="{FF2B5EF4-FFF2-40B4-BE49-F238E27FC236}">
                <a16:creationId xmlns:a16="http://schemas.microsoft.com/office/drawing/2014/main" id="{0B187FF7-DB6C-4C1A-9548-14E8A3C25529}"/>
              </a:ext>
            </a:extLst>
          </p:cNvPr>
          <p:cNvSpPr>
            <a:spLocks noGrp="1"/>
          </p:cNvSpPr>
          <p:nvPr>
            <p:ph idx="1" hasCustomPrompt="1"/>
          </p:nvPr>
        </p:nvSpPr>
        <p:spPr>
          <a:xfrm>
            <a:off x="2232251" y="2125737"/>
            <a:ext cx="3863749" cy="4044463"/>
          </a:xfrm>
        </p:spPr>
        <p:txBody>
          <a:bodyPr>
            <a:normAutofit/>
          </a:bodyPr>
          <a:lstStyle>
            <a:lvl1pPr marL="0" indent="0">
              <a:lnSpc>
                <a:spcPct val="120000"/>
              </a:lnSpc>
              <a:buNone/>
              <a:defRPr sz="1800"/>
            </a:lvl1pPr>
          </a:lstStyle>
          <a:p>
            <a:pPr>
              <a:lnSpc>
                <a:spcPct val="130000"/>
              </a:lnSpc>
            </a:pPr>
            <a:r>
              <a:rPr lang="en-US" dirty="0"/>
              <a:t>Content</a:t>
            </a:r>
          </a:p>
        </p:txBody>
      </p:sp>
      <p:sp>
        <p:nvSpPr>
          <p:cNvPr id="11" name="Date Placeholder 178">
            <a:extLst>
              <a:ext uri="{FF2B5EF4-FFF2-40B4-BE49-F238E27FC236}">
                <a16:creationId xmlns:a16="http://schemas.microsoft.com/office/drawing/2014/main" id="{B7A60214-A813-4C22-B24B-04F723FF4DEA}"/>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E4AFDD-7CB2-4D20-AC1F-52C2EB5197C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8" name="Picture Placeholder 27">
            <a:extLst>
              <a:ext uri="{FF2B5EF4-FFF2-40B4-BE49-F238E27FC236}">
                <a16:creationId xmlns:a16="http://schemas.microsoft.com/office/drawing/2014/main" id="{659DC90E-7284-4051-85CA-D8C21417DF7F}"/>
              </a:ext>
            </a:extLst>
          </p:cNvPr>
          <p:cNvSpPr>
            <a:spLocks noGrp="1"/>
          </p:cNvSpPr>
          <p:nvPr>
            <p:ph type="pic" sz="quarter" idx="14"/>
          </p:nvPr>
        </p:nvSpPr>
        <p:spPr>
          <a:xfrm>
            <a:off x="6423487" y="929609"/>
            <a:ext cx="2518114" cy="2518114"/>
          </a:xfrm>
          <a:custGeom>
            <a:avLst/>
            <a:gdLst>
              <a:gd name="connsiteX0" fmla="*/ 1259057 w 2518114"/>
              <a:gd name="connsiteY0" fmla="*/ 0 h 2518114"/>
              <a:gd name="connsiteX1" fmla="*/ 2518114 w 2518114"/>
              <a:gd name="connsiteY1" fmla="*/ 1259057 h 2518114"/>
              <a:gd name="connsiteX2" fmla="*/ 1259057 w 2518114"/>
              <a:gd name="connsiteY2" fmla="*/ 2518114 h 2518114"/>
              <a:gd name="connsiteX3" fmla="*/ 0 w 2518114"/>
              <a:gd name="connsiteY3" fmla="*/ 1259057 h 2518114"/>
              <a:gd name="connsiteX4" fmla="*/ 1259057 w 2518114"/>
              <a:gd name="connsiteY4" fmla="*/ 0 h 251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8114" h="2518114">
                <a:moveTo>
                  <a:pt x="1259057" y="0"/>
                </a:moveTo>
                <a:cubicBezTo>
                  <a:pt x="1954415" y="0"/>
                  <a:pt x="2518114" y="563699"/>
                  <a:pt x="2518114" y="1259057"/>
                </a:cubicBezTo>
                <a:cubicBezTo>
                  <a:pt x="2518114" y="1954415"/>
                  <a:pt x="1954415" y="2518114"/>
                  <a:pt x="1259057" y="2518114"/>
                </a:cubicBezTo>
                <a:cubicBezTo>
                  <a:pt x="563699" y="2518114"/>
                  <a:pt x="0" y="1954415"/>
                  <a:pt x="0" y="1259057"/>
                </a:cubicBezTo>
                <a:cubicBezTo>
                  <a:pt x="0" y="563699"/>
                  <a:pt x="563699" y="0"/>
                  <a:pt x="1259057" y="0"/>
                </a:cubicBezTo>
                <a:close/>
              </a:path>
            </a:pathLst>
          </a:custGeom>
        </p:spPr>
        <p:txBody>
          <a:bodyPr wrap="square">
            <a:noAutofit/>
          </a:bodyPr>
          <a:lstStyle/>
          <a:p>
            <a:endParaRPr lang="en-US"/>
          </a:p>
        </p:txBody>
      </p:sp>
      <p:sp>
        <p:nvSpPr>
          <p:cNvPr id="25" name="Picture Placeholder 24">
            <a:extLst>
              <a:ext uri="{FF2B5EF4-FFF2-40B4-BE49-F238E27FC236}">
                <a16:creationId xmlns:a16="http://schemas.microsoft.com/office/drawing/2014/main" id="{D399D5A9-622F-4A19-AC14-CE115C15E60E}"/>
              </a:ext>
            </a:extLst>
          </p:cNvPr>
          <p:cNvSpPr>
            <a:spLocks noGrp="1"/>
          </p:cNvSpPr>
          <p:nvPr>
            <p:ph type="pic" sz="quarter" idx="13"/>
          </p:nvPr>
        </p:nvSpPr>
        <p:spPr>
          <a:xfrm>
            <a:off x="9090426" y="86636"/>
            <a:ext cx="2952748" cy="2952748"/>
          </a:xfrm>
          <a:custGeom>
            <a:avLst/>
            <a:gdLst>
              <a:gd name="connsiteX0" fmla="*/ 1476374 w 2952748"/>
              <a:gd name="connsiteY0" fmla="*/ 0 h 2952748"/>
              <a:gd name="connsiteX1" fmla="*/ 2952748 w 2952748"/>
              <a:gd name="connsiteY1" fmla="*/ 1476374 h 2952748"/>
              <a:gd name="connsiteX2" fmla="*/ 1476374 w 2952748"/>
              <a:gd name="connsiteY2" fmla="*/ 2952748 h 2952748"/>
              <a:gd name="connsiteX3" fmla="*/ 0 w 2952748"/>
              <a:gd name="connsiteY3" fmla="*/ 1476374 h 2952748"/>
              <a:gd name="connsiteX4" fmla="*/ 1476374 w 2952748"/>
              <a:gd name="connsiteY4" fmla="*/ 0 h 295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48" h="2952748">
                <a:moveTo>
                  <a:pt x="1476374" y="0"/>
                </a:moveTo>
                <a:cubicBezTo>
                  <a:pt x="2291753" y="0"/>
                  <a:pt x="2952748" y="660995"/>
                  <a:pt x="2952748" y="1476374"/>
                </a:cubicBezTo>
                <a:cubicBezTo>
                  <a:pt x="2952748" y="2291753"/>
                  <a:pt x="2291753" y="2952748"/>
                  <a:pt x="1476374" y="2952748"/>
                </a:cubicBezTo>
                <a:cubicBezTo>
                  <a:pt x="660995" y="2952748"/>
                  <a:pt x="0" y="2291753"/>
                  <a:pt x="0" y="1476374"/>
                </a:cubicBezTo>
                <a:cubicBezTo>
                  <a:pt x="0" y="660995"/>
                  <a:pt x="660995" y="0"/>
                  <a:pt x="1476374" y="0"/>
                </a:cubicBezTo>
                <a:close/>
              </a:path>
            </a:pathLst>
          </a:custGeom>
        </p:spPr>
        <p:txBody>
          <a:bodyPr wrap="square">
            <a:noAutofit/>
          </a:bodyPr>
          <a:lstStyle/>
          <a:p>
            <a:endParaRPr lang="en-US"/>
          </a:p>
        </p:txBody>
      </p:sp>
      <p:grpSp>
        <p:nvGrpSpPr>
          <p:cNvPr id="9" name="Group 8">
            <a:extLst>
              <a:ext uri="{FF2B5EF4-FFF2-40B4-BE49-F238E27FC236}">
                <a16:creationId xmlns:a16="http://schemas.microsoft.com/office/drawing/2014/main" id="{8DB95C10-057C-4318-8E35-14CA6421DBCA}"/>
              </a:ext>
              <a:ext uri="{C183D7F6-B498-43B3-948B-1728B52AA6E4}">
                <adec:decorative xmlns:adec="http://schemas.microsoft.com/office/drawing/2017/decorative" val="1"/>
              </a:ext>
            </a:extLst>
          </p:cNvPr>
          <p:cNvGrpSpPr/>
          <p:nvPr userDrawn="1"/>
        </p:nvGrpSpPr>
        <p:grpSpPr>
          <a:xfrm>
            <a:off x="10051176" y="4803984"/>
            <a:ext cx="2140824" cy="2054016"/>
            <a:chOff x="10051176" y="4803984"/>
            <a:chExt cx="2140824" cy="2054016"/>
          </a:xfrm>
        </p:grpSpPr>
        <p:sp>
          <p:nvSpPr>
            <p:cNvPr id="12" name="Freeform: Shape 11">
              <a:extLst>
                <a:ext uri="{FF2B5EF4-FFF2-40B4-BE49-F238E27FC236}">
                  <a16:creationId xmlns:a16="http://schemas.microsoft.com/office/drawing/2014/main" id="{CBE7134B-D795-425D-A988-E8D6CD66E8EF}"/>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43741EC-3B24-4CBF-99F9-F7F4944C0438}"/>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sp>
        <p:nvSpPr>
          <p:cNvPr id="32" name="Picture Placeholder 31">
            <a:extLst>
              <a:ext uri="{FF2B5EF4-FFF2-40B4-BE49-F238E27FC236}">
                <a16:creationId xmlns:a16="http://schemas.microsoft.com/office/drawing/2014/main" id="{A981E0B7-6C4A-4ABD-9E79-2CC68B36BABC}"/>
              </a:ext>
            </a:extLst>
          </p:cNvPr>
          <p:cNvSpPr>
            <a:spLocks noGrp="1"/>
          </p:cNvSpPr>
          <p:nvPr>
            <p:ph type="pic" sz="quarter" idx="15"/>
          </p:nvPr>
        </p:nvSpPr>
        <p:spPr>
          <a:xfrm>
            <a:off x="7682545" y="3175909"/>
            <a:ext cx="3454390" cy="3454390"/>
          </a:xfrm>
          <a:custGeom>
            <a:avLst/>
            <a:gdLst>
              <a:gd name="connsiteX0" fmla="*/ 1727195 w 3454390"/>
              <a:gd name="connsiteY0" fmla="*/ 0 h 3454390"/>
              <a:gd name="connsiteX1" fmla="*/ 3454390 w 3454390"/>
              <a:gd name="connsiteY1" fmla="*/ 1727195 h 3454390"/>
              <a:gd name="connsiteX2" fmla="*/ 1727195 w 3454390"/>
              <a:gd name="connsiteY2" fmla="*/ 3454390 h 3454390"/>
              <a:gd name="connsiteX3" fmla="*/ 0 w 3454390"/>
              <a:gd name="connsiteY3" fmla="*/ 1727195 h 3454390"/>
              <a:gd name="connsiteX4" fmla="*/ 1727195 w 3454390"/>
              <a:gd name="connsiteY4" fmla="*/ 0 h 3454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4390" h="3454390">
                <a:moveTo>
                  <a:pt x="1727195" y="0"/>
                </a:moveTo>
                <a:cubicBezTo>
                  <a:pt x="2681098" y="0"/>
                  <a:pt x="3454390" y="773292"/>
                  <a:pt x="3454390" y="1727195"/>
                </a:cubicBezTo>
                <a:cubicBezTo>
                  <a:pt x="3454390" y="2681098"/>
                  <a:pt x="2681098" y="3454390"/>
                  <a:pt x="1727195" y="3454390"/>
                </a:cubicBezTo>
                <a:cubicBezTo>
                  <a:pt x="773292" y="3454390"/>
                  <a:pt x="0" y="2681098"/>
                  <a:pt x="0" y="1727195"/>
                </a:cubicBezTo>
                <a:cubicBezTo>
                  <a:pt x="0" y="773292"/>
                  <a:pt x="773292" y="0"/>
                  <a:pt x="1727195" y="0"/>
                </a:cubicBezTo>
                <a:close/>
              </a:path>
            </a:pathLst>
          </a:custGeom>
        </p:spPr>
        <p:txBody>
          <a:bodyPr wrap="square">
            <a:noAutofit/>
          </a:bodyPr>
          <a:lstStyle/>
          <a:p>
            <a:endParaRPr lang="en-US"/>
          </a:p>
        </p:txBody>
      </p:sp>
      <p:sp>
        <p:nvSpPr>
          <p:cNvPr id="21" name="Footer Placeholder 179">
            <a:extLst>
              <a:ext uri="{FF2B5EF4-FFF2-40B4-BE49-F238E27FC236}">
                <a16:creationId xmlns:a16="http://schemas.microsoft.com/office/drawing/2014/main" id="{4E9FB417-D03A-4615-A2E4-F1D3EF9782A4}"/>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2" name="Slide Number Placeholder 180">
            <a:extLst>
              <a:ext uri="{FF2B5EF4-FFF2-40B4-BE49-F238E27FC236}">
                <a16:creationId xmlns:a16="http://schemas.microsoft.com/office/drawing/2014/main" id="{389AD2FD-902A-43AD-8B8C-AABCC05CEF1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149203597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8968B4A-D2FD-4982-8334-0183B81B5317}"/>
              </a:ext>
              <a:ext uri="{C183D7F6-B498-43B3-948B-1728B52AA6E4}">
                <adec:decorative xmlns:adec="http://schemas.microsoft.com/office/drawing/2017/decorative" val="1"/>
              </a:ext>
            </a:extLst>
          </p:cNvPr>
          <p:cNvGrpSpPr/>
          <p:nvPr userDrawn="1"/>
        </p:nvGrpSpPr>
        <p:grpSpPr>
          <a:xfrm>
            <a:off x="6835096" y="657544"/>
            <a:ext cx="4843727" cy="5534144"/>
            <a:chOff x="1674895" y="1345036"/>
            <a:chExt cx="5428610" cy="4210939"/>
          </a:xfrm>
        </p:grpSpPr>
        <p:sp>
          <p:nvSpPr>
            <p:cNvPr id="5" name="Rectangle 4">
              <a:extLst>
                <a:ext uri="{FF2B5EF4-FFF2-40B4-BE49-F238E27FC236}">
                  <a16:creationId xmlns:a16="http://schemas.microsoft.com/office/drawing/2014/main" id="{643A288F-C28C-4225-9247-AF58A824B944}"/>
                </a:ext>
              </a:extLst>
            </p:cNvPr>
            <p:cNvSpPr/>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 name="Rectangle 5">
              <a:extLst>
                <a:ext uri="{FF2B5EF4-FFF2-40B4-BE49-F238E27FC236}">
                  <a16:creationId xmlns:a16="http://schemas.microsoft.com/office/drawing/2014/main" id="{B362DD31-8718-4A1F-966C-96DD1FE1C299}"/>
                </a:ext>
              </a:extLst>
            </p:cNvPr>
            <p:cNvSpPr/>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useBgFill="1">
        <p:nvSpPr>
          <p:cNvPr id="7" name="Rectangle 6">
            <a:extLst>
              <a:ext uri="{FF2B5EF4-FFF2-40B4-BE49-F238E27FC236}">
                <a16:creationId xmlns:a16="http://schemas.microsoft.com/office/drawing/2014/main" id="{014FAF08-7ED8-4FA5-BD29-1D7472D4A37A}"/>
              </a:ext>
              <a:ext uri="{C183D7F6-B498-43B3-948B-1728B52AA6E4}">
                <adec:decorative xmlns:adec="http://schemas.microsoft.com/office/drawing/2017/decorative" val="1"/>
              </a:ext>
            </a:extLst>
          </p:cNvPr>
          <p:cNvSpPr/>
          <p:nvPr userDrawn="1"/>
        </p:nvSpPr>
        <p:spPr>
          <a:xfrm>
            <a:off x="6688435" y="401247"/>
            <a:ext cx="4860256" cy="5669873"/>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Title 1">
            <a:extLst>
              <a:ext uri="{FF2B5EF4-FFF2-40B4-BE49-F238E27FC236}">
                <a16:creationId xmlns:a16="http://schemas.microsoft.com/office/drawing/2014/main" id="{568ABF40-D991-4FCE-943D-B4F291810CBD}"/>
              </a:ext>
            </a:extLst>
          </p:cNvPr>
          <p:cNvSpPr>
            <a:spLocks noGrp="1"/>
          </p:cNvSpPr>
          <p:nvPr>
            <p:ph type="ctrTitle" hasCustomPrompt="1"/>
          </p:nvPr>
        </p:nvSpPr>
        <p:spPr>
          <a:xfrm>
            <a:off x="7012297" y="786881"/>
            <a:ext cx="4203323" cy="2927350"/>
          </a:xfrm>
        </p:spPr>
        <p:txBody>
          <a:bodyPr>
            <a:normAutofit/>
          </a:bodyPr>
          <a:lstStyle>
            <a:lvl1pPr algn="ctr">
              <a:defRPr sz="6000" b="1" spc="1500" baseline="0"/>
            </a:lvl1pPr>
          </a:lstStyle>
          <a:p>
            <a:r>
              <a:rPr lang="en-US" dirty="0"/>
              <a:t>CLICK TO ADD TITLE</a:t>
            </a:r>
          </a:p>
        </p:txBody>
      </p:sp>
      <p:sp>
        <p:nvSpPr>
          <p:cNvPr id="9" name="Subtitle 2">
            <a:extLst>
              <a:ext uri="{FF2B5EF4-FFF2-40B4-BE49-F238E27FC236}">
                <a16:creationId xmlns:a16="http://schemas.microsoft.com/office/drawing/2014/main" id="{70199C9F-8FAF-4960-9022-506D5D8424DB}"/>
              </a:ext>
            </a:extLst>
          </p:cNvPr>
          <p:cNvSpPr>
            <a:spLocks noGrp="1"/>
          </p:cNvSpPr>
          <p:nvPr>
            <p:ph type="subTitle" idx="1" hasCustomPrompt="1"/>
          </p:nvPr>
        </p:nvSpPr>
        <p:spPr>
          <a:xfrm>
            <a:off x="7012297" y="3970527"/>
            <a:ext cx="4203323" cy="1647919"/>
          </a:xfrm>
        </p:spPr>
        <p:txBody>
          <a:bodyPr>
            <a:normAutofit/>
          </a:bodyPr>
          <a:lstStyle>
            <a:lvl1pPr marL="0" algn="ctr">
              <a:buNone/>
              <a:defRPr sz="2400" b="0" spc="400" baseline="0"/>
            </a:lvl1pPr>
          </a:lstStyle>
          <a:p>
            <a:r>
              <a:rPr lang="en-US" dirty="0"/>
              <a:t>CLICK TO ADD SUBTITLE</a:t>
            </a:r>
          </a:p>
        </p:txBody>
      </p:sp>
      <p:sp>
        <p:nvSpPr>
          <p:cNvPr id="27" name="Picture Placeholder 25">
            <a:extLst>
              <a:ext uri="{FF2B5EF4-FFF2-40B4-BE49-F238E27FC236}">
                <a16:creationId xmlns:a16="http://schemas.microsoft.com/office/drawing/2014/main" id="{0AAD2801-C4B6-4F9D-8713-2109D15B120E}"/>
              </a:ext>
            </a:extLst>
          </p:cNvPr>
          <p:cNvSpPr>
            <a:spLocks noGrp="1"/>
          </p:cNvSpPr>
          <p:nvPr>
            <p:ph type="pic" sz="quarter" idx="13" hasCustomPrompt="1"/>
          </p:nvPr>
        </p:nvSpPr>
        <p:spPr>
          <a:xfrm>
            <a:off x="1292225" y="1149350"/>
            <a:ext cx="4792663" cy="4227513"/>
          </a:xfrm>
        </p:spPr>
        <p:txBody>
          <a:bodyPr/>
          <a:lstStyle>
            <a:lvl1pPr>
              <a:buNone/>
              <a:defRPr/>
            </a:lvl1pPr>
          </a:lstStyle>
          <a:p>
            <a:r>
              <a:rPr lang="en-US" dirty="0"/>
              <a:t>Click to add photo</a:t>
            </a:r>
          </a:p>
        </p:txBody>
      </p:sp>
      <p:grpSp>
        <p:nvGrpSpPr>
          <p:cNvPr id="18" name="Graphic 185">
            <a:extLst>
              <a:ext uri="{FF2B5EF4-FFF2-40B4-BE49-F238E27FC236}">
                <a16:creationId xmlns:a16="http://schemas.microsoft.com/office/drawing/2014/main" id="{93CF5D64-69BB-4E77-ADC8-7D645E7AA4F1}"/>
              </a:ext>
              <a:ext uri="{C183D7F6-B498-43B3-948B-1728B52AA6E4}">
                <adec:decorative xmlns:adec="http://schemas.microsoft.com/office/drawing/2017/decorative" val="1"/>
              </a:ext>
            </a:extLst>
          </p:cNvPr>
          <p:cNvGrpSpPr/>
          <p:nvPr userDrawn="1"/>
        </p:nvGrpSpPr>
        <p:grpSpPr>
          <a:xfrm>
            <a:off x="3220677" y="5565632"/>
            <a:ext cx="1054467" cy="469689"/>
            <a:chOff x="9841624" y="4115729"/>
            <a:chExt cx="602170" cy="268223"/>
          </a:xfrm>
          <a:solidFill>
            <a:schemeClr val="tx1"/>
          </a:solidFill>
        </p:grpSpPr>
        <p:sp>
          <p:nvSpPr>
            <p:cNvPr id="19" name="Freeform: Shape 18">
              <a:extLst>
                <a:ext uri="{FF2B5EF4-FFF2-40B4-BE49-F238E27FC236}">
                  <a16:creationId xmlns:a16="http://schemas.microsoft.com/office/drawing/2014/main" id="{019D8F1E-2249-41BC-B8BD-4C8F7824B1B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0834381D-9229-4B35-A551-0A2EBC5395D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D9AAD997-2ABB-43CB-81B3-6508602D44B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D77AF2C8-42E5-4E03-B110-57855A3EA4A0}"/>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A98E12C-BD74-4556-8CE5-24BDB9B9295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16" name="Date Placeholder 8">
            <a:extLst>
              <a:ext uri="{FF2B5EF4-FFF2-40B4-BE49-F238E27FC236}">
                <a16:creationId xmlns:a16="http://schemas.microsoft.com/office/drawing/2014/main" id="{19544747-A258-414B-A18E-FE0D00F027A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16A50D-34F2-44A7-8571-190078F734C3}"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7" name="Footer Placeholder 9">
            <a:extLst>
              <a:ext uri="{FF2B5EF4-FFF2-40B4-BE49-F238E27FC236}">
                <a16:creationId xmlns:a16="http://schemas.microsoft.com/office/drawing/2014/main" id="{80C9B95E-5D5F-4B79-BBC6-AA8023F361C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4" name="Slide Number Placeholder 10">
            <a:extLst>
              <a:ext uri="{FF2B5EF4-FFF2-40B4-BE49-F238E27FC236}">
                <a16:creationId xmlns:a16="http://schemas.microsoft.com/office/drawing/2014/main" id="{B5FBBF51-B6B9-4243-98A9-DDFADA05411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50C42-9A0B-4425-92C2-70FCF7C45734}"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29" name="Group 28">
            <a:extLst>
              <a:ext uri="{FF2B5EF4-FFF2-40B4-BE49-F238E27FC236}">
                <a16:creationId xmlns:a16="http://schemas.microsoft.com/office/drawing/2014/main" id="{1999C8F0-23CF-43DE-A39C-94B126C6EF63}"/>
              </a:ext>
              <a:ext uri="{C183D7F6-B498-43B3-948B-1728B52AA6E4}">
                <adec:decorative xmlns:adec="http://schemas.microsoft.com/office/drawing/2017/decorative" val="1"/>
              </a:ext>
            </a:extLst>
          </p:cNvPr>
          <p:cNvGrpSpPr/>
          <p:nvPr userDrawn="1"/>
        </p:nvGrpSpPr>
        <p:grpSpPr>
          <a:xfrm>
            <a:off x="0" y="431836"/>
            <a:ext cx="1861854" cy="717514"/>
            <a:chOff x="0" y="1580033"/>
            <a:chExt cx="1861854" cy="717514"/>
          </a:xfrm>
        </p:grpSpPr>
        <p:sp>
          <p:nvSpPr>
            <p:cNvPr id="30" name="Freeform: Shape 29">
              <a:extLst>
                <a:ext uri="{FF2B5EF4-FFF2-40B4-BE49-F238E27FC236}">
                  <a16:creationId xmlns:a16="http://schemas.microsoft.com/office/drawing/2014/main" id="{1F9B7492-8A54-4020-83A1-E2AEE5724245}"/>
                </a:ext>
                <a:ext uri="{C183D7F6-B498-43B3-948B-1728B52AA6E4}">
                  <adec:decorative xmlns:adec="http://schemas.microsoft.com/office/drawing/2017/decorative" val="1"/>
                </a:ext>
              </a:extLst>
            </p:cNvPr>
            <p:cNvSpPr/>
            <p:nvPr userDrawn="1"/>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39DA5407-EA48-4921-BA3C-71E94101C72C}"/>
                </a:ext>
                <a:ext uri="{C183D7F6-B498-43B3-948B-1728B52AA6E4}">
                  <adec:decorative xmlns:adec="http://schemas.microsoft.com/office/drawing/2017/decorative" val="1"/>
                </a:ext>
              </a:extLst>
            </p:cNvPr>
            <p:cNvSpPr/>
            <p:nvPr userDrawn="1"/>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35" name="Group 34">
            <a:extLst>
              <a:ext uri="{FF2B5EF4-FFF2-40B4-BE49-F238E27FC236}">
                <a16:creationId xmlns:a16="http://schemas.microsoft.com/office/drawing/2014/main" id="{0AC95BD4-4EFC-45C6-B985-229FD300B1ED}"/>
              </a:ext>
              <a:ext uri="{C183D7F6-B498-43B3-948B-1728B52AA6E4}">
                <adec:decorative xmlns:adec="http://schemas.microsoft.com/office/drawing/2017/decorative" val="1"/>
              </a:ext>
            </a:extLst>
          </p:cNvPr>
          <p:cNvGrpSpPr/>
          <p:nvPr userDrawn="1"/>
        </p:nvGrpSpPr>
        <p:grpSpPr>
          <a:xfrm>
            <a:off x="6519255" y="3650586"/>
            <a:ext cx="319941" cy="319941"/>
            <a:chOff x="1126512" y="4357092"/>
            <a:chExt cx="319941" cy="319941"/>
          </a:xfrm>
        </p:grpSpPr>
        <p:sp>
          <p:nvSpPr>
            <p:cNvPr id="36" name="Oval 35">
              <a:extLst>
                <a:ext uri="{FF2B5EF4-FFF2-40B4-BE49-F238E27FC236}">
                  <a16:creationId xmlns:a16="http://schemas.microsoft.com/office/drawing/2014/main" id="{A4784AD1-E3D1-4566-9041-95AAA1DA8101}"/>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7" name="Oval 36">
              <a:extLst>
                <a:ext uri="{FF2B5EF4-FFF2-40B4-BE49-F238E27FC236}">
                  <a16:creationId xmlns:a16="http://schemas.microsoft.com/office/drawing/2014/main" id="{0147C571-802C-479F-B289-5F5D178E92EA}"/>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Tree>
    <p:extLst>
      <p:ext uri="{BB962C8B-B14F-4D97-AF65-F5344CB8AC3E}">
        <p14:creationId xmlns:p14="http://schemas.microsoft.com/office/powerpoint/2010/main" val="2480015253"/>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884E0F3D-4529-453A-AD51-82F68FA8ECED}" type="datetimeFigureOut">
              <a:rPr lang="en-US" smtClean="0"/>
              <a:t>6/28/2025</a:t>
            </a:fld>
            <a:endParaRPr lang="en-US"/>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endParaRPr lang="en-US"/>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5EA792F7-1D9E-4C7E-A103-E8EDFDC2691E}" type="slidenum">
              <a:rPr lang="en-US" smtClean="0"/>
              <a:t>‹#›</a:t>
            </a:fld>
            <a:endParaRPr lang="en-US"/>
          </a:p>
        </p:txBody>
      </p:sp>
    </p:spTree>
    <p:extLst>
      <p:ext uri="{BB962C8B-B14F-4D97-AF65-F5344CB8AC3E}">
        <p14:creationId xmlns:p14="http://schemas.microsoft.com/office/powerpoint/2010/main" val="405275744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5"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79">
            <a:extLst>
              <a:ext uri="{FF2B5EF4-FFF2-40B4-BE49-F238E27FC236}">
                <a16:creationId xmlns:a16="http://schemas.microsoft.com/office/drawing/2014/main" id="{02394CBA-755F-42B7-BF28-BDBB599FAAFF}"/>
              </a:ext>
            </a:extLst>
          </p:cNvPr>
          <p:cNvSpPr>
            <a:spLocks noGrp="1"/>
          </p:cNvSpPr>
          <p:nvPr>
            <p:ph type="ctrTitle"/>
          </p:nvPr>
        </p:nvSpPr>
        <p:spPr>
          <a:xfrm>
            <a:off x="1516332" y="1096729"/>
            <a:ext cx="4579668" cy="3804025"/>
          </a:xfrm>
        </p:spPr>
        <p:txBody>
          <a:bodyPr>
            <a:normAutofit/>
          </a:bodyPr>
          <a:lstStyle/>
          <a:p>
            <a:r>
              <a:rPr lang="en-US" sz="4400" dirty="0">
                <a:solidFill>
                  <a:schemeClr val="accent3"/>
                </a:solidFill>
                <a:latin typeface="Arial Rounded MT Bold" panose="020F0704030504030204" pitchFamily="34" charset="0"/>
                <a:ea typeface="Montserrat" charset="0"/>
                <a:cs typeface="Montserrat" charset="0"/>
              </a:rPr>
              <a:t>FOOD DELIVERY ANALYSIS</a:t>
            </a:r>
            <a:br>
              <a:rPr lang="en-US" sz="4400" dirty="0">
                <a:solidFill>
                  <a:schemeClr val="accent3"/>
                </a:solidFill>
                <a:latin typeface="Arial Rounded MT Bold" panose="020F0704030504030204" pitchFamily="34" charset="0"/>
                <a:ea typeface="Montserrat" charset="0"/>
                <a:cs typeface="Montserrat" charset="0"/>
              </a:rPr>
            </a:br>
            <a:endParaRPr lang="en-US" sz="4400" dirty="0"/>
          </a:p>
        </p:txBody>
      </p:sp>
      <p:sp>
        <p:nvSpPr>
          <p:cNvPr id="81" name="Subtitle 80">
            <a:extLst>
              <a:ext uri="{FF2B5EF4-FFF2-40B4-BE49-F238E27FC236}">
                <a16:creationId xmlns:a16="http://schemas.microsoft.com/office/drawing/2014/main" id="{3F9E8A38-46A0-49FF-8F72-481E44F49E38}"/>
              </a:ext>
            </a:extLst>
          </p:cNvPr>
          <p:cNvSpPr>
            <a:spLocks noGrp="1"/>
          </p:cNvSpPr>
          <p:nvPr>
            <p:ph type="subTitle" idx="1"/>
          </p:nvPr>
        </p:nvSpPr>
        <p:spPr>
          <a:xfrm>
            <a:off x="6496195" y="4589027"/>
            <a:ext cx="4579668" cy="2029981"/>
          </a:xfrm>
        </p:spPr>
        <p:txBody>
          <a:bodyPr>
            <a:noAutofit/>
          </a:bodyPr>
          <a:lstStyle/>
          <a:p>
            <a:r>
              <a:rPr lang="en-IN" altLang="en-US" sz="2000" b="1" dirty="0" err="1">
                <a:latin typeface="Microsoft Himalaya" panose="01010100010101010101" pitchFamily="2" charset="0"/>
                <a:ea typeface="Microsoft Himalaya" panose="01010100010101010101" pitchFamily="2" charset="0"/>
                <a:cs typeface="Microsoft Himalaya" panose="01010100010101010101" pitchFamily="2" charset="0"/>
              </a:rPr>
              <a:t>E.Punitha</a:t>
            </a:r>
            <a:r>
              <a:rPr lang="en-IN" altLang="en-US" sz="2000" b="1" dirty="0">
                <a:latin typeface="Microsoft Himalaya" panose="01010100010101010101" pitchFamily="2" charset="0"/>
                <a:ea typeface="Microsoft Himalaya" panose="01010100010101010101" pitchFamily="2" charset="0"/>
                <a:cs typeface="Microsoft Himalaya" panose="01010100010101010101" pitchFamily="2" charset="0"/>
              </a:rPr>
              <a:t> Shalini Devi-23P31A42F9</a:t>
            </a:r>
          </a:p>
          <a:p>
            <a:r>
              <a:rPr lang="en-IN" altLang="en-US" sz="2000" b="1" dirty="0">
                <a:latin typeface="Microsoft Himalaya" panose="01010100010101010101" pitchFamily="2" charset="0"/>
                <a:ea typeface="Microsoft Himalaya" panose="01010100010101010101" pitchFamily="2" charset="0"/>
                <a:cs typeface="Microsoft Himalaya" panose="01010100010101010101" pitchFamily="2" charset="0"/>
              </a:rPr>
              <a:t>CH.Sumanth-24P35A4208</a:t>
            </a:r>
          </a:p>
          <a:p>
            <a:r>
              <a:rPr lang="en-IN" altLang="en-US" sz="2000" b="1" dirty="0">
                <a:latin typeface="Microsoft Himalaya" panose="01010100010101010101" pitchFamily="2" charset="0"/>
                <a:ea typeface="Microsoft Himalaya" panose="01010100010101010101" pitchFamily="2" charset="0"/>
                <a:cs typeface="Microsoft Himalaya" panose="01010100010101010101" pitchFamily="2" charset="0"/>
              </a:rPr>
              <a:t>I.Manasa-24P35A4214</a:t>
            </a:r>
          </a:p>
          <a:p>
            <a:r>
              <a:rPr lang="en-IN" altLang="en-US" sz="2000" b="1" dirty="0">
                <a:latin typeface="Microsoft Himalaya" panose="01010100010101010101" pitchFamily="2" charset="0"/>
                <a:ea typeface="Microsoft Himalaya" panose="01010100010101010101" pitchFamily="2" charset="0"/>
                <a:cs typeface="Microsoft Himalaya" panose="01010100010101010101" pitchFamily="2" charset="0"/>
              </a:rPr>
              <a:t>T.MadhaviLatha-24P35A4234</a:t>
            </a:r>
          </a:p>
          <a:p>
            <a:r>
              <a:rPr lang="en-IN" altLang="en-US" sz="2000" b="1" dirty="0">
                <a:latin typeface="Microsoft Himalaya" panose="01010100010101010101" pitchFamily="2" charset="0"/>
                <a:ea typeface="Microsoft Himalaya" panose="01010100010101010101" pitchFamily="2" charset="0"/>
                <a:cs typeface="Microsoft Himalaya" panose="01010100010101010101" pitchFamily="2" charset="0"/>
              </a:rPr>
              <a:t>V.Karthikeya-23P31A42J3</a:t>
            </a:r>
          </a:p>
          <a:p>
            <a:endParaRPr lang="en-US" sz="20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5" name="Picture Placeholder 4">
            <a:extLst>
              <a:ext uri="{FF2B5EF4-FFF2-40B4-BE49-F238E27FC236}">
                <a16:creationId xmlns:a16="http://schemas.microsoft.com/office/drawing/2014/main" id="{F4412569-2DF4-ED13-F6CF-4D28752ED8B5}"/>
              </a:ext>
            </a:extLst>
          </p:cNvPr>
          <p:cNvPicPr>
            <a:picLocks noGrp="1" noChangeAspect="1"/>
          </p:cNvPicPr>
          <p:nvPr>
            <p:ph type="pic" sz="quarter" idx="13"/>
          </p:nvPr>
        </p:nvPicPr>
        <p:blipFill>
          <a:blip r:embed="rId3">
            <a:alphaModFix amt="85000"/>
            <a:biLevel thresh="25000"/>
          </a:blip>
          <a:srcRect l="6371" r="6371"/>
          <a:stretch>
            <a:fillRect/>
          </a:stretch>
        </p:blipFill>
        <p:spPr>
          <a:xfrm>
            <a:off x="6867916" y="1562391"/>
            <a:ext cx="4207947" cy="2604363"/>
          </a:xfrm>
        </p:spPr>
      </p:pic>
      <p:pic>
        <p:nvPicPr>
          <p:cNvPr id="7" name="Picture 6">
            <a:extLst>
              <a:ext uri="{FF2B5EF4-FFF2-40B4-BE49-F238E27FC236}">
                <a16:creationId xmlns:a16="http://schemas.microsoft.com/office/drawing/2014/main" id="{22570768-BAE0-CD33-9CCD-08105F98E02E}"/>
              </a:ext>
            </a:extLst>
          </p:cNvPr>
          <p:cNvPicPr>
            <a:picLocks noChangeAspect="1"/>
          </p:cNvPicPr>
          <p:nvPr/>
        </p:nvPicPr>
        <p:blipFill>
          <a:blip r:embed="rId4"/>
          <a:stretch>
            <a:fillRect/>
          </a:stretch>
        </p:blipFill>
        <p:spPr>
          <a:xfrm>
            <a:off x="6496195" y="1"/>
            <a:ext cx="1994189" cy="1790640"/>
          </a:xfrm>
          <a:prstGeom prst="rect">
            <a:avLst/>
          </a:prstGeom>
        </p:spPr>
      </p:pic>
      <p:sp>
        <p:nvSpPr>
          <p:cNvPr id="2" name="TextBox 1">
            <a:extLst>
              <a:ext uri="{FF2B5EF4-FFF2-40B4-BE49-F238E27FC236}">
                <a16:creationId xmlns:a16="http://schemas.microsoft.com/office/drawing/2014/main" id="{78872103-2918-4375-FE92-EAD1D8153B53}"/>
              </a:ext>
            </a:extLst>
          </p:cNvPr>
          <p:cNvSpPr txBox="1"/>
          <p:nvPr/>
        </p:nvSpPr>
        <p:spPr>
          <a:xfrm>
            <a:off x="10835285" y="6057900"/>
            <a:ext cx="1281545" cy="369332"/>
          </a:xfrm>
          <a:prstGeom prst="rect">
            <a:avLst/>
          </a:prstGeom>
          <a:noFill/>
        </p:spPr>
        <p:txBody>
          <a:bodyPr wrap="square" rtlCol="0">
            <a:spAutoFit/>
          </a:bodyPr>
          <a:lstStyle/>
          <a:p>
            <a:r>
              <a:rPr lang="en-US" dirty="0"/>
              <a:t>BATCH-110</a:t>
            </a:r>
            <a:endParaRPr lang="en-IN" dirty="0"/>
          </a:p>
        </p:txBody>
      </p:sp>
    </p:spTree>
    <p:extLst>
      <p:ext uri="{BB962C8B-B14F-4D97-AF65-F5344CB8AC3E}">
        <p14:creationId xmlns:p14="http://schemas.microsoft.com/office/powerpoint/2010/main" val="888131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DA3474-C14B-42A3-AF12-888807AB7218}"/>
              </a:ext>
            </a:extLst>
          </p:cNvPr>
          <p:cNvSpPr>
            <a:spLocks noGrp="1"/>
          </p:cNvSpPr>
          <p:nvPr>
            <p:ph idx="1"/>
          </p:nvPr>
        </p:nvSpPr>
        <p:spPr>
          <a:xfrm>
            <a:off x="2532863" y="1758269"/>
            <a:ext cx="5217173" cy="4351338"/>
          </a:xfrm>
        </p:spPr>
        <p:txBody>
          <a:bodyPr>
            <a:normAutofit lnSpcReduction="10000"/>
          </a:bodyPr>
          <a:lstStyle/>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Abstract</a:t>
            </a:r>
          </a:p>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Introduction</a:t>
            </a:r>
          </a:p>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System Requirements</a:t>
            </a:r>
          </a:p>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Architecture</a:t>
            </a:r>
          </a:p>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Uses of data analysis library</a:t>
            </a:r>
          </a:p>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Advantages</a:t>
            </a:r>
          </a:p>
          <a:p>
            <a:pPr algn="just">
              <a:lnSpc>
                <a:spcPct val="150000"/>
              </a:lnSpc>
              <a:spcBef>
                <a:spcPct val="20000"/>
              </a:spcBef>
              <a:buFont typeface="Arial" panose="020B0604020202020204" pitchFamily="34" charset="0"/>
              <a:buChar char="•"/>
            </a:pPr>
            <a:r>
              <a:rPr lang="en-IN" altLang="en-US" b="1" dirty="0">
                <a:solidFill>
                  <a:srgbClr val="242C35"/>
                </a:solidFill>
                <a:latin typeface="Bodoni MT" panose="02070603080606020203" pitchFamily="18" charset="0"/>
                <a:ea typeface="Calibri" panose="020F0502020204030204" pitchFamily="34" charset="0"/>
                <a:cs typeface="Calibri" panose="020F0502020204030204" pitchFamily="34" charset="0"/>
              </a:rPr>
              <a:t>Conclusion</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C0CE773B-8D36-4868-AA55-1A3267727F5C}"/>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pPr/>
              <a:t>2</a:t>
            </a:fld>
            <a:endParaRPr lang="en-US"/>
          </a:p>
        </p:txBody>
      </p:sp>
      <p:sp>
        <p:nvSpPr>
          <p:cNvPr id="7" name="Title 6">
            <a:extLst>
              <a:ext uri="{FF2B5EF4-FFF2-40B4-BE49-F238E27FC236}">
                <a16:creationId xmlns:a16="http://schemas.microsoft.com/office/drawing/2014/main" id="{65D86A7C-9B34-81EF-D7B2-436C8CA809C3}"/>
              </a:ext>
            </a:extLst>
          </p:cNvPr>
          <p:cNvSpPr>
            <a:spLocks noGrp="1"/>
          </p:cNvSpPr>
          <p:nvPr>
            <p:ph type="title"/>
          </p:nvPr>
        </p:nvSpPr>
        <p:spPr>
          <a:xfrm>
            <a:off x="2746224" y="680720"/>
            <a:ext cx="5217172" cy="830807"/>
          </a:xfrm>
        </p:spPr>
        <p:txBody>
          <a:bodyPr/>
          <a:lstStyle/>
          <a:p>
            <a:r>
              <a:rPr lang="en-US" dirty="0">
                <a:solidFill>
                  <a:schemeClr val="accent1">
                    <a:lumMod val="75000"/>
                  </a:schemeClr>
                </a:solidFill>
                <a:latin typeface="Modern No. 20" panose="02070704070505020303" pitchFamily="18" charset="0"/>
              </a:rPr>
              <a:t>CONTENTS</a:t>
            </a:r>
            <a:endParaRPr lang="en-IN" dirty="0">
              <a:solidFill>
                <a:schemeClr val="accent1">
                  <a:lumMod val="75000"/>
                </a:schemeClr>
              </a:solidFill>
              <a:latin typeface="Modern No. 20" panose="02070704070505020303" pitchFamily="18" charset="0"/>
              <a:cs typeface="Microsoft Tai Le" panose="020B0502040204020203" pitchFamily="34" charset="0"/>
            </a:endParaRPr>
          </a:p>
        </p:txBody>
      </p:sp>
    </p:spTree>
    <p:extLst>
      <p:ext uri="{BB962C8B-B14F-4D97-AF65-F5344CB8AC3E}">
        <p14:creationId xmlns:p14="http://schemas.microsoft.com/office/powerpoint/2010/main" val="233941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CD1624-12C6-45A2-BF83-5AC90136437F}"/>
              </a:ext>
            </a:extLst>
          </p:cNvPr>
          <p:cNvSpPr>
            <a:spLocks noGrp="1"/>
          </p:cNvSpPr>
          <p:nvPr>
            <p:ph type="title"/>
          </p:nvPr>
        </p:nvSpPr>
        <p:spPr>
          <a:xfrm>
            <a:off x="1913685" y="904665"/>
            <a:ext cx="3863749" cy="855649"/>
          </a:xfrm>
        </p:spPr>
        <p:txBody>
          <a:bodyPr>
            <a:normAutofit/>
          </a:bodyPr>
          <a:lstStyle/>
          <a:p>
            <a:r>
              <a:rPr lang="en-IN" altLang="en-US" sz="4800" dirty="0">
                <a:solidFill>
                  <a:schemeClr val="accent1">
                    <a:lumMod val="75000"/>
                  </a:schemeClr>
                </a:solidFill>
                <a:latin typeface="Modern No. 20" panose="02070704070505020303" pitchFamily="18" charset="0"/>
                <a:ea typeface="Calibri Light" panose="020F0302020204030204" pitchFamily="34" charset="0"/>
                <a:cs typeface="Calibri Light" panose="020F0302020204030204" pitchFamily="34" charset="0"/>
              </a:rPr>
              <a:t>ABSTRACT</a:t>
            </a:r>
            <a:endParaRPr lang="en-US" sz="4800" dirty="0">
              <a:solidFill>
                <a:schemeClr val="accent1">
                  <a:lumMod val="75000"/>
                </a:schemeClr>
              </a:solidFill>
              <a:latin typeface="Modern No. 20" panose="02070704070505020303" pitchFamily="18" charset="0"/>
              <a:ea typeface="Calibri Light" panose="020F0302020204030204" pitchFamily="34" charset="0"/>
              <a:cs typeface="Calibri Light" panose="020F0302020204030204" pitchFamily="34" charset="0"/>
            </a:endParaRPr>
          </a:p>
        </p:txBody>
      </p:sp>
      <p:sp>
        <p:nvSpPr>
          <p:cNvPr id="6" name="Content Placeholder 5">
            <a:extLst>
              <a:ext uri="{FF2B5EF4-FFF2-40B4-BE49-F238E27FC236}">
                <a16:creationId xmlns:a16="http://schemas.microsoft.com/office/drawing/2014/main" id="{1DFC3670-CE6C-4149-800C-ED198FC28937}"/>
              </a:ext>
            </a:extLst>
          </p:cNvPr>
          <p:cNvSpPr>
            <a:spLocks noGrp="1"/>
          </p:cNvSpPr>
          <p:nvPr>
            <p:ph idx="1"/>
          </p:nvPr>
        </p:nvSpPr>
        <p:spPr>
          <a:xfrm>
            <a:off x="142240" y="1896839"/>
            <a:ext cx="11511280" cy="4961161"/>
          </a:xfrm>
        </p:spPr>
        <p:txBody>
          <a:bodyPr>
            <a:normAutofit/>
          </a:bodyPr>
          <a:lstStyle/>
          <a:p>
            <a:pPr>
              <a:lnSpc>
                <a:spcPct val="150000"/>
              </a:lnSpc>
              <a:buFont typeface="Arial" panose="020B0604020202020204" pitchFamily="34" charset="0"/>
              <a:buChar char="•"/>
            </a:pPr>
            <a:r>
              <a:rPr lang="en-IN" altLang="en-US" sz="2000" dirty="0">
                <a:latin typeface="+mj-lt"/>
                <a:ea typeface="Calibri Light" panose="020F0302020204030204" pitchFamily="34" charset="0"/>
                <a:cs typeface="Calibri Light" panose="020F0302020204030204" pitchFamily="34" charset="0"/>
              </a:rPr>
              <a:t>The Food Delivery Analysis System aims to empower users to make informed food ordering decisions by synthesizing and comparing data from various food delivery platforms. Focusing on prominent Indian services such as Swiggy, </a:t>
            </a:r>
            <a:r>
              <a:rPr lang="en-IN" altLang="en-US" sz="2000" dirty="0" err="1">
                <a:latin typeface="+mj-lt"/>
                <a:ea typeface="Calibri Light" panose="020F0302020204030204" pitchFamily="34" charset="0"/>
                <a:cs typeface="Calibri Light" panose="020F0302020204030204" pitchFamily="34" charset="0"/>
              </a:rPr>
              <a:t>Blinkit</a:t>
            </a:r>
            <a:r>
              <a:rPr lang="en-IN" altLang="en-US" sz="2000" dirty="0">
                <a:latin typeface="+mj-lt"/>
                <a:ea typeface="Calibri Light" panose="020F0302020204030204" pitchFamily="34" charset="0"/>
                <a:cs typeface="Calibri Light" panose="020F0302020204030204" pitchFamily="34" charset="0"/>
              </a:rPr>
              <a:t>, Zomato, Deliveroo, and Domino's, the system </a:t>
            </a:r>
            <a:r>
              <a:rPr lang="en-IN" altLang="en-US" sz="2000" dirty="0" err="1">
                <a:latin typeface="+mj-lt"/>
                <a:ea typeface="Calibri Light" panose="020F0302020204030204" pitchFamily="34" charset="0"/>
                <a:cs typeface="Calibri Light" panose="020F0302020204030204" pitchFamily="34" charset="0"/>
              </a:rPr>
              <a:t>analyzes</a:t>
            </a:r>
            <a:r>
              <a:rPr lang="en-IN" altLang="en-US" sz="2000" dirty="0">
                <a:latin typeface="+mj-lt"/>
                <a:ea typeface="Calibri Light" panose="020F0302020204030204" pitchFamily="34" charset="0"/>
                <a:cs typeface="Calibri Light" panose="020F0302020204030204" pitchFamily="34" charset="0"/>
              </a:rPr>
              <a:t> critical factors including food quality, quantity, customer ratings, price, and delivery time. </a:t>
            </a:r>
          </a:p>
          <a:p>
            <a:pPr>
              <a:lnSpc>
                <a:spcPct val="150000"/>
              </a:lnSpc>
              <a:buFont typeface="Arial" panose="020B0604020202020204" pitchFamily="34" charset="0"/>
              <a:buChar char="•"/>
            </a:pPr>
            <a:r>
              <a:rPr lang="en-IN" altLang="en-US" sz="2000" dirty="0">
                <a:latin typeface="+mj-lt"/>
                <a:ea typeface="Calibri Light" panose="020F0302020204030204" pitchFamily="34" charset="0"/>
                <a:cs typeface="Calibri Light" panose="020F0302020204030204" pitchFamily="34" charset="0"/>
              </a:rPr>
              <a:t>By processing real-world (simulated) data, it identifies which platform offers the best overall value for a specific food item, moving beyond mere price comparison to encompass a holistic view of the customer experience. This allows users to choose services that balance cost-efficiency with superior satisfaction and timely delivery.</a:t>
            </a:r>
          </a:p>
          <a:p>
            <a:pPr>
              <a:lnSpc>
                <a:spcPct val="150000"/>
              </a:lnSpc>
              <a:buFont typeface="Arial" panose="020B0604020202020204" pitchFamily="34" charset="0"/>
              <a:buChar char="•"/>
            </a:pPr>
            <a:endParaRPr lang="en-IN" altLang="en-US" sz="2000" dirty="0">
              <a:latin typeface="+mj-lt"/>
              <a:ea typeface="Calibri Light" panose="020F0302020204030204" pitchFamily="34" charset="0"/>
              <a:cs typeface="Calibri Light" panose="020F0302020204030204" pitchFamily="34" charset="0"/>
            </a:endParaRPr>
          </a:p>
          <a:p>
            <a:pPr algn="ct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en-US" sz="2000" dirty="0"/>
          </a:p>
        </p:txBody>
      </p:sp>
      <p:sp>
        <p:nvSpPr>
          <p:cNvPr id="37" name="Slide Number Placeholder 36">
            <a:extLst>
              <a:ext uri="{FF2B5EF4-FFF2-40B4-BE49-F238E27FC236}">
                <a16:creationId xmlns:a16="http://schemas.microsoft.com/office/drawing/2014/main" id="{B0573956-0AA9-4FDF-8CDA-AC7558A89542}"/>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3</a:t>
            </a:fld>
            <a:endParaRPr lang="en-US" noProof="0" dirty="0"/>
          </a:p>
        </p:txBody>
      </p:sp>
      <p:grpSp>
        <p:nvGrpSpPr>
          <p:cNvPr id="38" name="Graphic 185">
            <a:extLst>
              <a:ext uri="{FF2B5EF4-FFF2-40B4-BE49-F238E27FC236}">
                <a16:creationId xmlns:a16="http://schemas.microsoft.com/office/drawing/2014/main" id="{62ECD7B8-E70F-4597-823C-6C0A5EC4F4F1}"/>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F74CB819-B1E4-4C4C-ABCB-151970A9A0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F2A7F6B-452F-4A76-87BA-468BA643B88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CB957824-0255-4243-A7A5-CE19287C250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4067041A-231A-4FC6-ABA0-1B5F8A7315B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4ACB53C-8728-49C6-A574-EFB0416BCD4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286191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B17EDBE-4FB7-472F-B26B-EB9ECD77B7A8}"/>
              </a:ext>
            </a:extLst>
          </p:cNvPr>
          <p:cNvSpPr>
            <a:spLocks noGrp="1"/>
          </p:cNvSpPr>
          <p:nvPr>
            <p:ph type="title"/>
          </p:nvPr>
        </p:nvSpPr>
        <p:spPr>
          <a:xfrm>
            <a:off x="288669" y="322503"/>
            <a:ext cx="5881758" cy="773839"/>
          </a:xfrm>
        </p:spPr>
        <p:txBody>
          <a:bodyPr>
            <a:noAutofit/>
          </a:bodyPr>
          <a:lstStyle/>
          <a:p>
            <a:br>
              <a:rPr lang="en-IN" altLang="en-US" sz="4800" dirty="0">
                <a:latin typeface="Modern No. 20" panose="02070704070505020303" pitchFamily="18" charset="0"/>
              </a:rPr>
            </a:br>
            <a:r>
              <a:rPr lang="en-IN" altLang="en-US" sz="4800" dirty="0">
                <a:solidFill>
                  <a:schemeClr val="accent1">
                    <a:lumMod val="75000"/>
                  </a:schemeClr>
                </a:solidFill>
                <a:latin typeface="Modern No. 20" panose="02070704070505020303" pitchFamily="18" charset="0"/>
              </a:rPr>
              <a:t>INTRODUCTION</a:t>
            </a:r>
            <a:endParaRPr lang="en-US" sz="4800" dirty="0">
              <a:solidFill>
                <a:schemeClr val="accent1">
                  <a:lumMod val="75000"/>
                </a:schemeClr>
              </a:solidFill>
              <a:latin typeface="Modern No. 20" panose="02070704070505020303" pitchFamily="18" charset="0"/>
            </a:endParaRPr>
          </a:p>
        </p:txBody>
      </p:sp>
      <p:sp>
        <p:nvSpPr>
          <p:cNvPr id="10" name="Content Placeholder 9">
            <a:extLst>
              <a:ext uri="{FF2B5EF4-FFF2-40B4-BE49-F238E27FC236}">
                <a16:creationId xmlns:a16="http://schemas.microsoft.com/office/drawing/2014/main" id="{BE75E95A-A6B3-43C7-A552-1EAFCCA0A1EA}"/>
              </a:ext>
            </a:extLst>
          </p:cNvPr>
          <p:cNvSpPr>
            <a:spLocks noGrp="1"/>
          </p:cNvSpPr>
          <p:nvPr>
            <p:ph idx="1"/>
          </p:nvPr>
        </p:nvSpPr>
        <p:spPr>
          <a:xfrm>
            <a:off x="152400" y="1442720"/>
            <a:ext cx="10657840" cy="4135120"/>
          </a:xfrm>
        </p:spPr>
        <p:txBody>
          <a:bodyPr>
            <a:normAutofit fontScale="92500"/>
          </a:bodyPr>
          <a:lstStyle/>
          <a:p>
            <a:pPr marL="571500" indent="-571500" defTabSz="1828434">
              <a:spcBef>
                <a:spcPts val="0"/>
              </a:spcBef>
              <a:buFont typeface="Arial" panose="020B0604020202020204" pitchFamily="34" charset="0"/>
              <a:buChar char="•"/>
              <a:defRPr/>
            </a:pPr>
            <a:r>
              <a:rPr lang="en-IN" sz="2400" dirty="0">
                <a:ea typeface="Calibri Light" panose="020F0302020204030204" pitchFamily="34" charset="0"/>
                <a:cs typeface="Calibri Light" panose="020F0302020204030204" pitchFamily="34" charset="0"/>
              </a:rPr>
              <a:t>In today's fast-paced digital world, food delivery platforms have become indispensable. However, the sheer number of options and varying service quality can make choosing the best platform a challenge. Users often base decisions solely on price, overlooking crucial aspects like food quality, portion size, delivery speed, and overall customer satisfaction</a:t>
            </a:r>
          </a:p>
          <a:p>
            <a:pPr defTabSz="1828434">
              <a:spcBef>
                <a:spcPts val="0"/>
              </a:spcBef>
              <a:defRPr/>
            </a:pPr>
            <a:r>
              <a:rPr lang="en-IN" sz="2400" dirty="0">
                <a:ea typeface="Calibri Light" panose="020F0302020204030204" pitchFamily="34" charset="0"/>
                <a:cs typeface="Calibri Light" panose="020F0302020204030204" pitchFamily="34" charset="0"/>
              </a:rPr>
              <a:t> </a:t>
            </a:r>
          </a:p>
          <a:p>
            <a:pPr marL="571500" indent="-571500" defTabSz="1828434">
              <a:spcBef>
                <a:spcPts val="0"/>
              </a:spcBef>
              <a:buFont typeface="Arial" panose="020B0604020202020204" pitchFamily="34" charset="0"/>
              <a:buChar char="•"/>
              <a:defRPr/>
            </a:pPr>
            <a:r>
              <a:rPr lang="en-IN" sz="2400" dirty="0">
                <a:ea typeface="Calibri Light" panose="020F0302020204030204" pitchFamily="34" charset="0"/>
                <a:cs typeface="Calibri Light" panose="020F0302020204030204" pitchFamily="34" charset="0"/>
              </a:rPr>
              <a:t>Our Food Delivery Analysis System addresses this by aggregating and </a:t>
            </a:r>
            <a:r>
              <a:rPr lang="en-IN" sz="2400" dirty="0" err="1">
                <a:ea typeface="Calibri Light" panose="020F0302020204030204" pitchFamily="34" charset="0"/>
                <a:cs typeface="Calibri Light" panose="020F0302020204030204" pitchFamily="34" charset="0"/>
              </a:rPr>
              <a:t>analyzing</a:t>
            </a:r>
            <a:r>
              <a:rPr lang="en-IN" sz="2400" dirty="0">
                <a:ea typeface="Calibri Light" panose="020F0302020204030204" pitchFamily="34" charset="0"/>
                <a:cs typeface="Calibri Light" panose="020F0302020204030204" pitchFamily="34" charset="0"/>
              </a:rPr>
              <a:t> data from multiple platforms (Swiggy, </a:t>
            </a:r>
            <a:r>
              <a:rPr lang="en-IN" sz="2400" dirty="0" err="1">
                <a:ea typeface="Calibri Light" panose="020F0302020204030204" pitchFamily="34" charset="0"/>
                <a:cs typeface="Calibri Light" panose="020F0302020204030204" pitchFamily="34" charset="0"/>
              </a:rPr>
              <a:t>Blinkit</a:t>
            </a:r>
            <a:r>
              <a:rPr lang="en-IN" sz="2400" dirty="0">
                <a:ea typeface="Calibri Light" panose="020F0302020204030204" pitchFamily="34" charset="0"/>
                <a:cs typeface="Calibri Light" panose="020F0302020204030204" pitchFamily="34" charset="0"/>
              </a:rPr>
              <a:t>, Zomato, Deliveroo, Domino’s).</a:t>
            </a:r>
          </a:p>
          <a:p>
            <a:pPr defTabSz="1828434">
              <a:spcBef>
                <a:spcPts val="0"/>
              </a:spcBef>
              <a:defRPr/>
            </a:pPr>
            <a:endParaRPr lang="en-IN" sz="2400" dirty="0">
              <a:ea typeface="Calibri Light" panose="020F0302020204030204" pitchFamily="34" charset="0"/>
              <a:cs typeface="Calibri Light" panose="020F0302020204030204" pitchFamily="34" charset="0"/>
            </a:endParaRPr>
          </a:p>
          <a:p>
            <a:pPr marL="571500" indent="-571500" defTabSz="1828434">
              <a:spcBef>
                <a:spcPts val="0"/>
              </a:spcBef>
              <a:buFont typeface="Arial" panose="020B0604020202020204" pitchFamily="34" charset="0"/>
              <a:buChar char="•"/>
              <a:defRPr/>
            </a:pPr>
            <a:r>
              <a:rPr lang="en-IN" sz="2400" dirty="0">
                <a:ea typeface="Calibri Light" panose="020F0302020204030204" pitchFamily="34" charset="0"/>
                <a:cs typeface="Calibri Light" panose="020F0302020204030204" pitchFamily="34" charset="0"/>
              </a:rPr>
              <a:t> The goal is to provide a comprehensive, data-driven recommendation that considers all factors influencing the food ordering experience, ensuring users get the best value for their money and time.</a:t>
            </a:r>
            <a:endParaRPr lang="en-US" sz="2400" dirty="0">
              <a:ea typeface="Calibri Light" panose="020F0302020204030204" pitchFamily="34" charset="0"/>
              <a:cs typeface="Calibri Light" panose="020F0302020204030204" pitchFamily="34" charset="0"/>
            </a:endParaRPr>
          </a:p>
          <a:p>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0" name="Slide Number Placeholder 19">
            <a:extLst>
              <a:ext uri="{FF2B5EF4-FFF2-40B4-BE49-F238E27FC236}">
                <a16:creationId xmlns:a16="http://schemas.microsoft.com/office/drawing/2014/main" id="{C427CAEE-862D-4FE1-99F2-70274992024D}"/>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4</a:t>
            </a:fld>
            <a:endParaRPr lang="en-US"/>
          </a:p>
        </p:txBody>
      </p:sp>
    </p:spTree>
    <p:extLst>
      <p:ext uri="{BB962C8B-B14F-4D97-AF65-F5344CB8AC3E}">
        <p14:creationId xmlns:p14="http://schemas.microsoft.com/office/powerpoint/2010/main" val="270808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C0CFF-47C7-01AC-3D69-AFD7AB99D3E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158928B-DED3-98DB-8839-8A8ABCBCFF70}"/>
              </a:ext>
            </a:extLst>
          </p:cNvPr>
          <p:cNvSpPr>
            <a:spLocks noGrp="1"/>
          </p:cNvSpPr>
          <p:nvPr>
            <p:ph type="title"/>
          </p:nvPr>
        </p:nvSpPr>
        <p:spPr>
          <a:xfrm>
            <a:off x="1825850" y="426720"/>
            <a:ext cx="6545989" cy="670560"/>
          </a:xfrm>
        </p:spPr>
        <p:txBody>
          <a:bodyPr>
            <a:noAutofit/>
          </a:bodyPr>
          <a:lstStyle/>
          <a:p>
            <a:pPr algn="ctr"/>
            <a:br>
              <a:rPr lang="en-IN" altLang="en-US" sz="4000" dirty="0">
                <a:solidFill>
                  <a:schemeClr val="accent1">
                    <a:lumMod val="75000"/>
                  </a:schemeClr>
                </a:solidFill>
                <a:latin typeface="Modern No. 20" panose="02070704070505020303" pitchFamily="18" charset="0"/>
              </a:rPr>
            </a:br>
            <a:r>
              <a:rPr lang="en-IN" altLang="en-US" sz="4000" dirty="0">
                <a:solidFill>
                  <a:schemeClr val="accent1">
                    <a:lumMod val="75000"/>
                  </a:schemeClr>
                </a:solidFill>
                <a:latin typeface="Modern No. 20" panose="02070704070505020303" pitchFamily="18" charset="0"/>
              </a:rPr>
              <a:t>SYSTEM REQUIREMENTS</a:t>
            </a:r>
            <a:endParaRPr lang="en-US" sz="4000" dirty="0">
              <a:solidFill>
                <a:schemeClr val="accent1">
                  <a:lumMod val="75000"/>
                </a:schemeClr>
              </a:solidFill>
              <a:latin typeface="Modern No. 20" panose="02070704070505020303" pitchFamily="18" charset="0"/>
            </a:endParaRPr>
          </a:p>
        </p:txBody>
      </p:sp>
      <p:sp>
        <p:nvSpPr>
          <p:cNvPr id="6" name="Content Placeholder 5">
            <a:extLst>
              <a:ext uri="{FF2B5EF4-FFF2-40B4-BE49-F238E27FC236}">
                <a16:creationId xmlns:a16="http://schemas.microsoft.com/office/drawing/2014/main" id="{739324AC-DE97-1FA4-4AC1-97C7B5BC6FBA}"/>
              </a:ext>
            </a:extLst>
          </p:cNvPr>
          <p:cNvSpPr>
            <a:spLocks noGrp="1"/>
          </p:cNvSpPr>
          <p:nvPr>
            <p:ph idx="1"/>
          </p:nvPr>
        </p:nvSpPr>
        <p:spPr>
          <a:xfrm>
            <a:off x="487680" y="1233804"/>
            <a:ext cx="9712960" cy="5299075"/>
          </a:xfrm>
        </p:spPr>
        <p:txBody>
          <a:bodyPr>
            <a:normAutofit/>
          </a:bodyPr>
          <a:lstStyle/>
          <a:p>
            <a:r>
              <a:rPr lang="en-IN" altLang="en-US" sz="3200" dirty="0">
                <a:latin typeface="Sitka Display" pitchFamily="2" charset="0"/>
                <a:ea typeface="Calibri" panose="020F0502020204030204" pitchFamily="34" charset="0"/>
                <a:cs typeface="Calibri" panose="020F0502020204030204" pitchFamily="34" charset="0"/>
              </a:rPr>
              <a:t>SYSTEM REQUIREMENTS</a:t>
            </a:r>
          </a:p>
          <a:p>
            <a:pPr marL="571500" indent="-571500" defTabSz="1828434">
              <a:spcBef>
                <a:spcPts val="0"/>
              </a:spcBef>
              <a:buFont typeface="Arial" panose="020B0604020202020204" pitchFamily="34" charset="0"/>
              <a:buChar char="•"/>
              <a:defRPr/>
            </a:pPr>
            <a:r>
              <a:rPr lang="en-US" sz="3200" dirty="0">
                <a:solidFill>
                  <a:schemeClr val="tx2"/>
                </a:solidFill>
                <a:latin typeface="Calibri" panose="020F0502020204030204" pitchFamily="34" charset="0"/>
                <a:ea typeface="Calibri" panose="020F0502020204030204" pitchFamily="34" charset="0"/>
                <a:cs typeface="Calibri" panose="020F0502020204030204" pitchFamily="34" charset="0"/>
              </a:rPr>
              <a:t>OPERATING SYSTEMS:</a:t>
            </a:r>
          </a:p>
          <a:p>
            <a:pPr defTabSz="1828434">
              <a:spcBef>
                <a:spcPts val="0"/>
              </a:spcBef>
              <a:defRPr/>
            </a:pPr>
            <a:r>
              <a:rPr lang="en-US" sz="2400" dirty="0">
                <a:ea typeface="Calibri Light" panose="020F0302020204030204" pitchFamily="34" charset="0"/>
                <a:cs typeface="Calibri Light" panose="020F0302020204030204" pitchFamily="34" charset="0"/>
              </a:rPr>
              <a:t>              The  analysis can be performed on windows.</a:t>
            </a:r>
          </a:p>
          <a:p>
            <a:pPr defTabSz="1828434">
              <a:spcBef>
                <a:spcPts val="0"/>
              </a:spcBef>
              <a:defRPr/>
            </a:pPr>
            <a:endParaRPr lang="en-US" sz="1050" dirty="0">
              <a:solidFill>
                <a:schemeClr val="tx2"/>
              </a:solidFill>
              <a:ea typeface="Montserrat Light" charset="0"/>
              <a:cs typeface="Montserrat Light" charset="0"/>
            </a:endParaRPr>
          </a:p>
          <a:p>
            <a:pPr marL="571500" indent="-571500" defTabSz="1828434">
              <a:spcBef>
                <a:spcPts val="0"/>
              </a:spcBef>
              <a:buFont typeface="Arial" panose="020B0604020202020204" pitchFamily="34" charset="0"/>
              <a:buChar char="•"/>
              <a:defRPr/>
            </a:pPr>
            <a:r>
              <a:rPr lang="en-US" sz="3200" dirty="0">
                <a:solidFill>
                  <a:schemeClr val="tx2"/>
                </a:solidFill>
                <a:ea typeface="Montserrat Light" charset="0"/>
                <a:cs typeface="Montserrat Light" charset="0"/>
              </a:rPr>
              <a:t>Python:</a:t>
            </a:r>
          </a:p>
          <a:p>
            <a:pPr defTabSz="1828434">
              <a:spcBef>
                <a:spcPts val="0"/>
              </a:spcBef>
              <a:defRPr/>
            </a:pPr>
            <a:endParaRPr lang="en-US" dirty="0">
              <a:solidFill>
                <a:schemeClr val="tx2"/>
              </a:solidFill>
              <a:latin typeface="Montserrat Light" charset="0"/>
              <a:ea typeface="Montserrat Light" charset="0"/>
              <a:cs typeface="Montserrat Light" charset="0"/>
            </a:endParaRPr>
          </a:p>
          <a:p>
            <a:pPr defTabSz="1828434">
              <a:spcBef>
                <a:spcPts val="0"/>
              </a:spcBef>
              <a:defRPr/>
            </a:pPr>
            <a:r>
              <a:rPr lang="en-US" sz="1050" dirty="0">
                <a:solidFill>
                  <a:schemeClr val="tx2"/>
                </a:solidFill>
                <a:ea typeface="Montserrat Light" charset="0"/>
                <a:cs typeface="Montserrat Light" charset="0"/>
              </a:rPr>
              <a:t>         </a:t>
            </a:r>
            <a:r>
              <a:rPr lang="en-IN" sz="1050" b="1" dirty="0"/>
              <a:t> </a:t>
            </a:r>
            <a:r>
              <a:rPr lang="en-US" sz="1050" dirty="0">
                <a:solidFill>
                  <a:schemeClr val="tx2"/>
                </a:solidFill>
                <a:ea typeface="Montserrat Light" charset="0"/>
                <a:cs typeface="Montserrat Light" charset="0"/>
              </a:rPr>
              <a:t>        </a:t>
            </a:r>
            <a:r>
              <a:rPr lang="en-IN" sz="2000" b="1" dirty="0">
                <a:solidFill>
                  <a:schemeClr val="tx2"/>
                </a:solidFill>
              </a:rPr>
              <a:t>Python Interpreter:</a:t>
            </a:r>
            <a:r>
              <a:rPr lang="en-IN" sz="2000" dirty="0">
                <a:solidFill>
                  <a:schemeClr val="tx2"/>
                </a:solidFill>
              </a:rPr>
              <a:t> Version 3.6 or higher.</a:t>
            </a:r>
          </a:p>
          <a:p>
            <a:pPr defTabSz="1828434">
              <a:spcBef>
                <a:spcPts val="0"/>
              </a:spcBef>
              <a:defRPr/>
            </a:pPr>
            <a:r>
              <a:rPr lang="en-IN" sz="2000" b="1" dirty="0">
                <a:solidFill>
                  <a:schemeClr val="tx2"/>
                </a:solidFill>
              </a:rPr>
              <a:t>               pip:</a:t>
            </a:r>
            <a:r>
              <a:rPr lang="en-IN" sz="2000" dirty="0">
                <a:solidFill>
                  <a:schemeClr val="tx2"/>
                </a:solidFill>
              </a:rPr>
              <a:t> Python package installer</a:t>
            </a:r>
            <a:r>
              <a:rPr lang="en-IN" sz="2000" dirty="0"/>
              <a:t>.</a:t>
            </a:r>
          </a:p>
          <a:p>
            <a:pPr defTabSz="1828434">
              <a:spcBef>
                <a:spcPts val="0"/>
              </a:spcBef>
              <a:defRPr/>
            </a:pPr>
            <a:endParaRPr lang="en-IN" dirty="0"/>
          </a:p>
          <a:p>
            <a:pPr marL="571500" indent="-571500" defTabSz="1828434">
              <a:spcBef>
                <a:spcPts val="0"/>
              </a:spcBef>
              <a:buFont typeface="Arial" panose="020B0604020202020204" pitchFamily="34" charset="0"/>
              <a:buChar char="•"/>
              <a:defRPr/>
            </a:pPr>
            <a:r>
              <a:rPr lang="en-US" sz="3200" dirty="0">
                <a:solidFill>
                  <a:schemeClr val="tx2"/>
                </a:solidFill>
                <a:ea typeface="Montserrat Light" charset="0"/>
                <a:cs typeface="Montserrat Light" charset="0"/>
              </a:rPr>
              <a:t>Libraries</a:t>
            </a:r>
            <a:r>
              <a:rPr lang="en-US" sz="3600" dirty="0">
                <a:solidFill>
                  <a:schemeClr val="tx2"/>
                </a:solidFill>
                <a:ea typeface="Montserrat Light" charset="0"/>
                <a:cs typeface="Montserrat Light" charset="0"/>
              </a:rPr>
              <a:t>:</a:t>
            </a:r>
          </a:p>
          <a:p>
            <a:pPr marL="571500" indent="-571500" defTabSz="1828434">
              <a:spcBef>
                <a:spcPts val="0"/>
              </a:spcBef>
              <a:buFont typeface="Wingdings" panose="05000000000000000000" pitchFamily="2" charset="2"/>
              <a:buChar char="Ø"/>
              <a:defRPr/>
            </a:pPr>
            <a:r>
              <a:rPr lang="en-US" sz="2000" dirty="0">
                <a:solidFill>
                  <a:schemeClr val="tx2"/>
                </a:solidFill>
                <a:ea typeface="Montserrat Light" charset="0"/>
                <a:cs typeface="Montserrat Light" charset="0"/>
              </a:rPr>
              <a:t>Pandas: Install the pandas library using </a:t>
            </a:r>
            <a:r>
              <a:rPr lang="en-US" sz="2000" dirty="0" err="1">
                <a:solidFill>
                  <a:schemeClr val="tx2"/>
                </a:solidFill>
                <a:ea typeface="Montserrat Light" charset="0"/>
                <a:cs typeface="Montserrat Light" charset="0"/>
              </a:rPr>
              <a:t>pip,a</a:t>
            </a:r>
            <a:r>
              <a:rPr lang="en-US" sz="2000" dirty="0">
                <a:solidFill>
                  <a:schemeClr val="tx2"/>
                </a:solidFill>
                <a:ea typeface="Montserrat Light" charset="0"/>
                <a:cs typeface="Montserrat Light" charset="0"/>
              </a:rPr>
              <a:t> package manger for python.</a:t>
            </a:r>
          </a:p>
          <a:p>
            <a:pPr defTabSz="1828434">
              <a:spcBef>
                <a:spcPts val="0"/>
              </a:spcBef>
              <a:defRPr/>
            </a:pPr>
            <a:r>
              <a:rPr lang="en-US" sz="2000" dirty="0">
                <a:solidFill>
                  <a:schemeClr val="tx2"/>
                </a:solidFill>
                <a:ea typeface="Montserrat Light" charset="0"/>
                <a:cs typeface="Montserrat Light" charset="0"/>
              </a:rPr>
              <a:t>        pip install pandas</a:t>
            </a:r>
            <a:endParaRPr lang="en-IN" altLang="en-US" sz="2000" dirty="0"/>
          </a:p>
        </p:txBody>
      </p:sp>
      <p:sp>
        <p:nvSpPr>
          <p:cNvPr id="37" name="Slide Number Placeholder 36">
            <a:extLst>
              <a:ext uri="{FF2B5EF4-FFF2-40B4-BE49-F238E27FC236}">
                <a16:creationId xmlns:a16="http://schemas.microsoft.com/office/drawing/2014/main" id="{A93744B4-378E-6DA0-C34B-0269B60C7140}"/>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5</a:t>
            </a:fld>
            <a:endParaRPr lang="en-US" noProof="0" dirty="0"/>
          </a:p>
        </p:txBody>
      </p:sp>
      <p:grpSp>
        <p:nvGrpSpPr>
          <p:cNvPr id="38" name="Graphic 185">
            <a:extLst>
              <a:ext uri="{FF2B5EF4-FFF2-40B4-BE49-F238E27FC236}">
                <a16:creationId xmlns:a16="http://schemas.microsoft.com/office/drawing/2014/main" id="{445E9ACE-58BB-5A45-B9D7-87BD4762E104}"/>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135048D8-675D-C8D0-30DF-ABC2A37A54B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D1D6635A-59FC-64DA-5B0B-BC7254CBFD82}"/>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6FE08E8C-7E24-9DA1-4D62-AA26778680F9}"/>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48A0BC43-23D9-C864-57EA-502EF8BF7A5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01B1BD2D-E1C8-A467-25CF-A89FC8A46EA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pic>
        <p:nvPicPr>
          <p:cNvPr id="21" name="Picture Placeholder 20">
            <a:extLst>
              <a:ext uri="{FF2B5EF4-FFF2-40B4-BE49-F238E27FC236}">
                <a16:creationId xmlns:a16="http://schemas.microsoft.com/office/drawing/2014/main" id="{0D1533DC-DDD9-FF42-7914-B991C9425719}"/>
              </a:ext>
            </a:extLst>
          </p:cNvPr>
          <p:cNvPicPr>
            <a:picLocks noGrp="1" noChangeAspect="1"/>
          </p:cNvPicPr>
          <p:nvPr>
            <p:ph type="pic" sz="quarter" idx="13"/>
          </p:nvPr>
        </p:nvPicPr>
        <p:blipFill>
          <a:blip r:embed="rId3"/>
          <a:srcRect l="19247" r="19247"/>
          <a:stretch>
            <a:fillRect/>
          </a:stretch>
        </p:blipFill>
        <p:spPr>
          <a:xfrm>
            <a:off x="8773613" y="325121"/>
            <a:ext cx="2952748" cy="2952748"/>
          </a:xfrm>
        </p:spPr>
      </p:pic>
    </p:spTree>
    <p:extLst>
      <p:ext uri="{BB962C8B-B14F-4D97-AF65-F5344CB8AC3E}">
        <p14:creationId xmlns:p14="http://schemas.microsoft.com/office/powerpoint/2010/main" val="2679962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23E35-13DD-6569-ED9F-8D3B5F529C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9447DC-2955-2D80-1C0A-ADFC833A74C7}"/>
              </a:ext>
            </a:extLst>
          </p:cNvPr>
          <p:cNvSpPr>
            <a:spLocks noGrp="1"/>
          </p:cNvSpPr>
          <p:nvPr>
            <p:ph type="title"/>
          </p:nvPr>
        </p:nvSpPr>
        <p:spPr>
          <a:xfrm>
            <a:off x="1825850" y="426720"/>
            <a:ext cx="6545989" cy="670560"/>
          </a:xfrm>
        </p:spPr>
        <p:txBody>
          <a:bodyPr>
            <a:noAutofit/>
          </a:bodyPr>
          <a:lstStyle/>
          <a:p>
            <a:pPr algn="ctr"/>
            <a:br>
              <a:rPr lang="en-IN" altLang="en-US" sz="4000" dirty="0">
                <a:solidFill>
                  <a:schemeClr val="accent1">
                    <a:lumMod val="75000"/>
                  </a:schemeClr>
                </a:solidFill>
                <a:latin typeface="Modern No. 20" panose="02070704070505020303" pitchFamily="18" charset="0"/>
              </a:rPr>
            </a:br>
            <a:r>
              <a:rPr lang="en-IN" altLang="en-US" sz="4000" dirty="0">
                <a:solidFill>
                  <a:schemeClr val="accent1">
                    <a:lumMod val="75000"/>
                  </a:schemeClr>
                </a:solidFill>
                <a:latin typeface="Modern No. 20" panose="02070704070505020303" pitchFamily="18" charset="0"/>
              </a:rPr>
              <a:t>SYSTEM REQUIREMENTS</a:t>
            </a:r>
            <a:endParaRPr lang="en-US" sz="4000" dirty="0">
              <a:solidFill>
                <a:schemeClr val="accent1">
                  <a:lumMod val="75000"/>
                </a:schemeClr>
              </a:solidFill>
              <a:latin typeface="Modern No. 20" panose="02070704070505020303" pitchFamily="18" charset="0"/>
            </a:endParaRPr>
          </a:p>
        </p:txBody>
      </p:sp>
      <p:sp>
        <p:nvSpPr>
          <p:cNvPr id="6" name="Content Placeholder 5">
            <a:extLst>
              <a:ext uri="{FF2B5EF4-FFF2-40B4-BE49-F238E27FC236}">
                <a16:creationId xmlns:a16="http://schemas.microsoft.com/office/drawing/2014/main" id="{96DD4BF1-5BC6-38C5-87C7-360166C1B66D}"/>
              </a:ext>
            </a:extLst>
          </p:cNvPr>
          <p:cNvSpPr>
            <a:spLocks noGrp="1"/>
          </p:cNvSpPr>
          <p:nvPr>
            <p:ph idx="1"/>
          </p:nvPr>
        </p:nvSpPr>
        <p:spPr>
          <a:xfrm>
            <a:off x="366894" y="1210587"/>
            <a:ext cx="9845040" cy="5403573"/>
          </a:xfrm>
        </p:spPr>
        <p:txBody>
          <a:bodyPr>
            <a:normAutofit fontScale="92500" lnSpcReduction="10000"/>
          </a:bodyPr>
          <a:lstStyle/>
          <a:p>
            <a:pPr marL="571500" indent="-571500" defTabSz="1828434">
              <a:spcBef>
                <a:spcPts val="0"/>
              </a:spcBef>
              <a:buFont typeface="Wingdings" panose="05000000000000000000" pitchFamily="2" charset="2"/>
              <a:buChar char="Ø"/>
              <a:defRPr/>
            </a:pPr>
            <a:endParaRPr lang="en-US" sz="2400" b="1" dirty="0">
              <a:solidFill>
                <a:schemeClr val="tx2"/>
              </a:solidFill>
              <a:ea typeface="Montserrat Light" charset="0"/>
              <a:cs typeface="Montserrat Light" charset="0"/>
            </a:endParaRPr>
          </a:p>
          <a:p>
            <a:pPr marL="571500" indent="-571500" defTabSz="1828434">
              <a:spcBef>
                <a:spcPts val="0"/>
              </a:spcBef>
              <a:buFont typeface="Wingdings" panose="05000000000000000000" pitchFamily="2" charset="2"/>
              <a:buChar char="Ø"/>
              <a:defRPr/>
            </a:pPr>
            <a:r>
              <a:rPr lang="en-US" sz="2400" b="1" dirty="0">
                <a:solidFill>
                  <a:schemeClr val="tx2"/>
                </a:solidFill>
                <a:ea typeface="Montserrat Light" charset="0"/>
                <a:cs typeface="Montserrat Light" charset="0"/>
              </a:rPr>
              <a:t>Matplotlib:</a:t>
            </a:r>
            <a:r>
              <a:rPr lang="en-IN" sz="2400" dirty="0">
                <a:solidFill>
                  <a:schemeClr val="tx2"/>
                </a:solidFill>
              </a:rPr>
              <a:t>For generating graphs.</a:t>
            </a:r>
          </a:p>
          <a:p>
            <a:pPr marL="571500" indent="-571500" defTabSz="1828434">
              <a:spcBef>
                <a:spcPts val="0"/>
              </a:spcBef>
              <a:buFont typeface="Wingdings" panose="05000000000000000000" pitchFamily="2" charset="2"/>
              <a:buChar char="Ø"/>
              <a:defRPr/>
            </a:pPr>
            <a:endParaRPr lang="en-IN" sz="2400" dirty="0">
              <a:solidFill>
                <a:schemeClr val="tx2"/>
              </a:solidFill>
            </a:endParaRPr>
          </a:p>
          <a:p>
            <a:pPr defTabSz="1828434">
              <a:spcBef>
                <a:spcPts val="0"/>
              </a:spcBef>
              <a:defRPr/>
            </a:pPr>
            <a:r>
              <a:rPr lang="en-US" sz="3200" dirty="0">
                <a:solidFill>
                  <a:schemeClr val="tx2"/>
                </a:solidFill>
                <a:latin typeface="+mj-lt"/>
                <a:ea typeface="Montserrat Light" charset="0"/>
                <a:cs typeface="Montserrat Light" charset="0"/>
              </a:rPr>
              <a:t>                      pip install matplotlib</a:t>
            </a:r>
          </a:p>
          <a:p>
            <a:pPr defTabSz="1828434">
              <a:spcBef>
                <a:spcPts val="0"/>
              </a:spcBef>
              <a:defRPr/>
            </a:pPr>
            <a:endParaRPr lang="en-US" sz="3200" dirty="0">
              <a:solidFill>
                <a:schemeClr val="tx2"/>
              </a:solidFill>
              <a:latin typeface="+mj-lt"/>
              <a:ea typeface="Montserrat Light" charset="0"/>
              <a:cs typeface="Montserrat Light" charset="0"/>
            </a:endParaRPr>
          </a:p>
          <a:p>
            <a:pPr marL="457200" indent="-457200" defTabSz="1828434">
              <a:spcBef>
                <a:spcPts val="0"/>
              </a:spcBef>
              <a:buFont typeface="Wingdings" panose="05000000000000000000" pitchFamily="2" charset="2"/>
              <a:buChar char="Ø"/>
              <a:defRPr/>
            </a:pPr>
            <a:r>
              <a:rPr lang="en-IN" sz="2600" dirty="0">
                <a:solidFill>
                  <a:schemeClr val="tx2"/>
                </a:solidFill>
              </a:rPr>
              <a:t> For numerical operations.</a:t>
            </a:r>
          </a:p>
          <a:p>
            <a:pPr marL="1828434" lvl="2" indent="0" defTabSz="1828434">
              <a:spcBef>
                <a:spcPts val="0"/>
              </a:spcBef>
              <a:buNone/>
              <a:defRPr/>
            </a:pPr>
            <a:endParaRPr lang="en-US" sz="3500" dirty="0">
              <a:solidFill>
                <a:schemeClr val="tx2"/>
              </a:solidFill>
              <a:ea typeface="Montserrat Light" charset="0"/>
              <a:cs typeface="Montserrat Light" charset="0"/>
            </a:endParaRPr>
          </a:p>
          <a:p>
            <a:pPr marL="1828434" lvl="2" indent="0" defTabSz="1828434">
              <a:spcBef>
                <a:spcPts val="0"/>
              </a:spcBef>
              <a:buNone/>
              <a:defRPr/>
            </a:pPr>
            <a:r>
              <a:rPr lang="en-US" sz="3500" dirty="0">
                <a:solidFill>
                  <a:schemeClr val="tx2"/>
                </a:solidFill>
                <a:ea typeface="Montserrat Light" charset="0"/>
                <a:cs typeface="Montserrat Light" charset="0"/>
              </a:rPr>
              <a:t>pip install </a:t>
            </a:r>
            <a:r>
              <a:rPr lang="en-US" sz="3500" dirty="0" err="1">
                <a:solidFill>
                  <a:schemeClr val="tx2"/>
                </a:solidFill>
                <a:ea typeface="Montserrat Light" charset="0"/>
                <a:cs typeface="Montserrat Light" charset="0"/>
              </a:rPr>
              <a:t>Numpy</a:t>
            </a:r>
            <a:endParaRPr lang="en-US" sz="3500" dirty="0">
              <a:solidFill>
                <a:schemeClr val="tx2"/>
              </a:solidFill>
              <a:ea typeface="Montserrat Light" charset="0"/>
              <a:cs typeface="Montserrat Light" charset="0"/>
            </a:endParaRPr>
          </a:p>
          <a:p>
            <a:pPr defTabSz="1828434">
              <a:spcBef>
                <a:spcPts val="0"/>
              </a:spcBef>
              <a:defRPr/>
            </a:pPr>
            <a:endParaRPr lang="en-US" dirty="0">
              <a:solidFill>
                <a:schemeClr val="tx2"/>
              </a:solidFill>
              <a:latin typeface="Montserrat Light" charset="0"/>
              <a:ea typeface="Montserrat Light" charset="0"/>
              <a:cs typeface="Montserrat Light" charset="0"/>
            </a:endParaRPr>
          </a:p>
          <a:p>
            <a:pPr marL="571500" indent="-571500" defTabSz="1828434">
              <a:spcBef>
                <a:spcPts val="0"/>
              </a:spcBef>
              <a:buFont typeface="Arial" panose="020B0604020202020204" pitchFamily="34" charset="0"/>
              <a:buChar char="•"/>
              <a:defRPr/>
            </a:pPr>
            <a:r>
              <a:rPr lang="en-US" sz="2200" b="1" dirty="0">
                <a:solidFill>
                  <a:schemeClr val="tx2"/>
                </a:solidFill>
                <a:ea typeface="Montserrat Light" charset="0"/>
                <a:cs typeface="Montserrat Light" charset="0"/>
              </a:rPr>
              <a:t>HARDWARE REQUIREMNTS :</a:t>
            </a:r>
          </a:p>
          <a:p>
            <a:pPr defTabSz="1828434">
              <a:spcBef>
                <a:spcPts val="0"/>
              </a:spcBef>
              <a:defRPr/>
            </a:pPr>
            <a:endParaRPr lang="en-US" dirty="0">
              <a:solidFill>
                <a:schemeClr val="tx2"/>
              </a:solidFill>
              <a:latin typeface="Montserrat Light" charset="0"/>
              <a:ea typeface="Montserrat Light" charset="0"/>
              <a:cs typeface="Montserrat Light" charset="0"/>
            </a:endParaRPr>
          </a:p>
          <a:p>
            <a:pPr marL="571500" indent="-571500" defTabSz="1828434">
              <a:spcBef>
                <a:spcPts val="0"/>
              </a:spcBef>
              <a:buFont typeface="Arial" panose="020B0604020202020204" pitchFamily="34" charset="0"/>
              <a:buChar char="•"/>
              <a:defRPr/>
            </a:pPr>
            <a:r>
              <a:rPr lang="en-US" b="1" dirty="0">
                <a:solidFill>
                  <a:schemeClr val="tx2"/>
                </a:solidFill>
                <a:latin typeface="Montserrat Light" charset="0"/>
                <a:ea typeface="Montserrat Light" charset="0"/>
                <a:cs typeface="Montserrat Light" charset="0"/>
              </a:rPr>
              <a:t>IDE</a:t>
            </a:r>
            <a:r>
              <a:rPr lang="en-US" dirty="0">
                <a:solidFill>
                  <a:schemeClr val="tx2"/>
                </a:solidFill>
                <a:latin typeface="Montserrat Light" charset="0"/>
                <a:ea typeface="Montserrat Light" charset="0"/>
                <a:cs typeface="Montserrat Light" charset="0"/>
              </a:rPr>
              <a:t> – </a:t>
            </a:r>
            <a:r>
              <a:rPr lang="en-US" sz="1900" dirty="0" err="1">
                <a:solidFill>
                  <a:schemeClr val="tx2"/>
                </a:solidFill>
                <a:ea typeface="Montserrat Light" charset="0"/>
                <a:cs typeface="Montserrat Light" charset="0"/>
              </a:rPr>
              <a:t>Jupyter</a:t>
            </a:r>
            <a:r>
              <a:rPr lang="en-US" sz="1900" dirty="0">
                <a:solidFill>
                  <a:schemeClr val="tx2"/>
                </a:solidFill>
                <a:ea typeface="Montserrat Light" charset="0"/>
                <a:cs typeface="Montserrat Light" charset="0"/>
              </a:rPr>
              <a:t> Notebook</a:t>
            </a:r>
          </a:p>
          <a:p>
            <a:pPr marL="571500" indent="-571500" defTabSz="1828434">
              <a:spcBef>
                <a:spcPts val="0"/>
              </a:spcBef>
              <a:buFont typeface="Arial" panose="020B0604020202020204" pitchFamily="34" charset="0"/>
              <a:buChar char="•"/>
              <a:defRPr/>
            </a:pPr>
            <a:r>
              <a:rPr lang="en-US" b="1" dirty="0">
                <a:solidFill>
                  <a:schemeClr val="tx2"/>
                </a:solidFill>
                <a:latin typeface="Montserrat Light" charset="0"/>
                <a:ea typeface="Montserrat Light" charset="0"/>
                <a:cs typeface="Montserrat Light" charset="0"/>
              </a:rPr>
              <a:t>Storage Space </a:t>
            </a:r>
            <a:r>
              <a:rPr lang="en-US" dirty="0">
                <a:solidFill>
                  <a:schemeClr val="tx2"/>
                </a:solidFill>
                <a:latin typeface="Montserrat Light" charset="0"/>
                <a:ea typeface="Montserrat Light" charset="0"/>
                <a:cs typeface="Montserrat Light" charset="0"/>
              </a:rPr>
              <a:t>– </a:t>
            </a:r>
            <a:r>
              <a:rPr lang="en-US" dirty="0">
                <a:solidFill>
                  <a:schemeClr val="tx2"/>
                </a:solidFill>
                <a:ea typeface="Montserrat Light" charset="0"/>
                <a:cs typeface="Montserrat Light" charset="0"/>
              </a:rPr>
              <a:t>A few hundred MBs of free disk space for the Python interpreter, libraries, and the script itself. An SSD is always preferable for faster loading, but an HDD will also work.</a:t>
            </a:r>
          </a:p>
        </p:txBody>
      </p:sp>
      <p:sp>
        <p:nvSpPr>
          <p:cNvPr id="37" name="Slide Number Placeholder 36">
            <a:extLst>
              <a:ext uri="{FF2B5EF4-FFF2-40B4-BE49-F238E27FC236}">
                <a16:creationId xmlns:a16="http://schemas.microsoft.com/office/drawing/2014/main" id="{1025FF6B-7BF7-D726-3118-FE096F1746DB}"/>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6</a:t>
            </a:fld>
            <a:endParaRPr lang="en-US" noProof="0" dirty="0"/>
          </a:p>
        </p:txBody>
      </p:sp>
      <p:grpSp>
        <p:nvGrpSpPr>
          <p:cNvPr id="38" name="Graphic 185">
            <a:extLst>
              <a:ext uri="{FF2B5EF4-FFF2-40B4-BE49-F238E27FC236}">
                <a16:creationId xmlns:a16="http://schemas.microsoft.com/office/drawing/2014/main" id="{51BC8966-D434-8305-B24F-404B04586A60}"/>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A7463262-BBEB-0860-6B66-A62BFFCCA9E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E1683C2C-71C9-881C-954D-CF93BBCDAD4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4062D3D3-AC1E-A9C2-D9AC-580A30A0B21B}"/>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D92FAFEE-CF90-CBE8-4525-949DB0BE3162}"/>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8717570A-DF2E-23DE-0A98-0CF47B1B1EC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pic>
        <p:nvPicPr>
          <p:cNvPr id="7" name="Picture 6">
            <a:extLst>
              <a:ext uri="{FF2B5EF4-FFF2-40B4-BE49-F238E27FC236}">
                <a16:creationId xmlns:a16="http://schemas.microsoft.com/office/drawing/2014/main" id="{EF866039-AA50-5A14-6EB6-6E23EF37C86E}"/>
              </a:ext>
            </a:extLst>
          </p:cNvPr>
          <p:cNvPicPr>
            <a:picLocks noChangeAspect="1"/>
          </p:cNvPicPr>
          <p:nvPr/>
        </p:nvPicPr>
        <p:blipFill>
          <a:blip r:embed="rId3">
            <a:biLevel thresh="75000"/>
          </a:blip>
          <a:stretch>
            <a:fillRect/>
          </a:stretch>
        </p:blipFill>
        <p:spPr>
          <a:xfrm>
            <a:off x="8927733" y="1017547"/>
            <a:ext cx="2743200" cy="2643188"/>
          </a:xfrm>
          <a:prstGeom prst="rect">
            <a:avLst/>
          </a:prstGeom>
        </p:spPr>
      </p:pic>
    </p:spTree>
    <p:extLst>
      <p:ext uri="{BB962C8B-B14F-4D97-AF65-F5344CB8AC3E}">
        <p14:creationId xmlns:p14="http://schemas.microsoft.com/office/powerpoint/2010/main" val="3492780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612BE-BE1F-7C48-BD8D-D451A2A1CE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A9D279-42AD-0F52-D6FC-F1C1186201A2}"/>
              </a:ext>
            </a:extLst>
          </p:cNvPr>
          <p:cNvSpPr>
            <a:spLocks noGrp="1"/>
          </p:cNvSpPr>
          <p:nvPr>
            <p:ph type="title"/>
          </p:nvPr>
        </p:nvSpPr>
        <p:spPr>
          <a:xfrm>
            <a:off x="1960880" y="386080"/>
            <a:ext cx="5669279" cy="886554"/>
          </a:xfrm>
        </p:spPr>
        <p:txBody>
          <a:bodyPr>
            <a:noAutofit/>
          </a:bodyPr>
          <a:lstStyle/>
          <a:p>
            <a:br>
              <a:rPr lang="en-IN" altLang="en-US" sz="4800" dirty="0">
                <a:solidFill>
                  <a:schemeClr val="accent2"/>
                </a:solidFill>
                <a:latin typeface="Modern No. 20" panose="02070704070505020303" pitchFamily="18" charset="0"/>
              </a:rPr>
            </a:br>
            <a:r>
              <a:rPr lang="en-IN" altLang="en-US" sz="4800" dirty="0">
                <a:solidFill>
                  <a:schemeClr val="accent1">
                    <a:lumMod val="75000"/>
                  </a:schemeClr>
                </a:solidFill>
                <a:latin typeface="Modern No. 20" panose="02070704070505020303" pitchFamily="18" charset="0"/>
              </a:rPr>
              <a:t>ARCHITECTURE</a:t>
            </a:r>
            <a:endParaRPr lang="en-US" sz="4800" dirty="0">
              <a:solidFill>
                <a:schemeClr val="accent1">
                  <a:lumMod val="75000"/>
                </a:schemeClr>
              </a:solidFill>
              <a:latin typeface="Modern No. 20" panose="02070704070505020303" pitchFamily="18" charset="0"/>
              <a:ea typeface="Calibri Light" panose="020F0302020204030204" pitchFamily="34" charset="0"/>
              <a:cs typeface="Calibri Light" panose="020F0302020204030204" pitchFamily="34" charset="0"/>
            </a:endParaRPr>
          </a:p>
        </p:txBody>
      </p:sp>
      <p:sp>
        <p:nvSpPr>
          <p:cNvPr id="6" name="Content Placeholder 5">
            <a:extLst>
              <a:ext uri="{FF2B5EF4-FFF2-40B4-BE49-F238E27FC236}">
                <a16:creationId xmlns:a16="http://schemas.microsoft.com/office/drawing/2014/main" id="{A16D2B0F-7081-9A8E-FABC-C9647A6FADFB}"/>
              </a:ext>
            </a:extLst>
          </p:cNvPr>
          <p:cNvSpPr>
            <a:spLocks noGrp="1"/>
          </p:cNvSpPr>
          <p:nvPr>
            <p:ph idx="1"/>
          </p:nvPr>
        </p:nvSpPr>
        <p:spPr>
          <a:xfrm>
            <a:off x="162560" y="1333911"/>
            <a:ext cx="11511280" cy="4961161"/>
          </a:xfrm>
        </p:spPr>
        <p:txBody>
          <a:bodyPr>
            <a:normAutofit/>
          </a:bodyPr>
          <a:lstStyle/>
          <a:p>
            <a:pPr defTabSz="1828434">
              <a:spcBef>
                <a:spcPts val="0"/>
              </a:spcBef>
              <a:defRPr/>
            </a:pPr>
            <a:r>
              <a:rPr lang="en-IN" sz="2400" dirty="0">
                <a:solidFill>
                  <a:schemeClr val="tx2"/>
                </a:solidFill>
              </a:rPr>
              <a:t>The system's design is modular:</a:t>
            </a:r>
          </a:p>
          <a:p>
            <a:pPr marL="571500" indent="-571500" defTabSz="1828434">
              <a:spcBef>
                <a:spcPts val="0"/>
              </a:spcBef>
              <a:buFont typeface="Wingdings" panose="05000000000000000000" pitchFamily="2" charset="2"/>
              <a:buChar char="Ø"/>
              <a:defRPr/>
            </a:pPr>
            <a:r>
              <a:rPr lang="en-IN" sz="2400" b="1" dirty="0">
                <a:solidFill>
                  <a:schemeClr val="tx2"/>
                </a:solidFill>
              </a:rPr>
              <a:t>Data Generation Module:</a:t>
            </a:r>
            <a:r>
              <a:rPr lang="en-IN" sz="2400" dirty="0">
                <a:solidFill>
                  <a:schemeClr val="tx2"/>
                </a:solidFill>
              </a:rPr>
              <a:t> Creates a simulated dataset of food delivery scenarios.</a:t>
            </a:r>
          </a:p>
          <a:p>
            <a:pPr marL="571500" indent="-571500" defTabSz="1828434">
              <a:spcBef>
                <a:spcPts val="0"/>
              </a:spcBef>
              <a:buFont typeface="Wingdings" panose="05000000000000000000" pitchFamily="2" charset="2"/>
              <a:buChar char="Ø"/>
              <a:defRPr/>
            </a:pPr>
            <a:r>
              <a:rPr lang="en-IN" sz="2400" b="1" dirty="0">
                <a:solidFill>
                  <a:schemeClr val="tx2"/>
                </a:solidFill>
              </a:rPr>
              <a:t>Analysis Module (</a:t>
            </a:r>
            <a:r>
              <a:rPr lang="en-IN" sz="2400" b="1" dirty="0" err="1">
                <a:solidFill>
                  <a:schemeClr val="tx2"/>
                </a:solidFill>
              </a:rPr>
              <a:t>FoodDeliveryAnalyzer</a:t>
            </a:r>
            <a:r>
              <a:rPr lang="en-IN" sz="2400" b="1" dirty="0">
                <a:solidFill>
                  <a:schemeClr val="tx2"/>
                </a:solidFill>
              </a:rPr>
              <a:t>):</a:t>
            </a:r>
            <a:endParaRPr lang="en-IN" sz="2400" dirty="0">
              <a:solidFill>
                <a:schemeClr val="tx2"/>
              </a:solidFill>
            </a:endParaRPr>
          </a:p>
          <a:p>
            <a:pPr marL="1485717" lvl="1" indent="-571500" defTabSz="1828434">
              <a:spcBef>
                <a:spcPts val="0"/>
              </a:spcBef>
              <a:defRPr/>
            </a:pPr>
            <a:r>
              <a:rPr lang="en-IN" dirty="0">
                <a:solidFill>
                  <a:schemeClr val="tx2"/>
                </a:solidFill>
              </a:rPr>
              <a:t>Normalizes diverse data points for fair comparison.</a:t>
            </a:r>
          </a:p>
          <a:p>
            <a:pPr marL="1485717" lvl="1" indent="-571500" defTabSz="1828434">
              <a:spcBef>
                <a:spcPts val="0"/>
              </a:spcBef>
              <a:defRPr/>
            </a:pPr>
            <a:r>
              <a:rPr lang="en-IN" dirty="0">
                <a:solidFill>
                  <a:schemeClr val="tx2"/>
                </a:solidFill>
              </a:rPr>
              <a:t>Calculates a composite "overall value score" for each food item.</a:t>
            </a:r>
          </a:p>
          <a:p>
            <a:pPr marL="1485717" lvl="1" indent="-571500" defTabSz="1828434">
              <a:spcBef>
                <a:spcPts val="0"/>
              </a:spcBef>
              <a:defRPr/>
            </a:pPr>
            <a:r>
              <a:rPr lang="en-IN" dirty="0">
                <a:solidFill>
                  <a:schemeClr val="tx2"/>
                </a:solidFill>
              </a:rPr>
              <a:t>Filters and ranks food items based on user searches.</a:t>
            </a:r>
          </a:p>
          <a:p>
            <a:pPr marL="571500" indent="-571500" defTabSz="1828434">
              <a:spcBef>
                <a:spcPts val="0"/>
              </a:spcBef>
              <a:buFont typeface="Wingdings" panose="05000000000000000000" pitchFamily="2" charset="2"/>
              <a:buChar char="Ø"/>
              <a:defRPr/>
            </a:pPr>
            <a:r>
              <a:rPr lang="en-IN" sz="2400" b="1" dirty="0">
                <a:solidFill>
                  <a:schemeClr val="tx2"/>
                </a:solidFill>
              </a:rPr>
              <a:t>Visualization Module:</a:t>
            </a:r>
            <a:r>
              <a:rPr lang="en-IN" sz="2400" dirty="0">
                <a:solidFill>
                  <a:schemeClr val="tx2"/>
                </a:solidFill>
              </a:rPr>
              <a:t> Uses Matplotlib and NumPy to generate comparative graphs.</a:t>
            </a:r>
          </a:p>
          <a:p>
            <a:pPr marL="571500" indent="-571500" defTabSz="1828434">
              <a:spcBef>
                <a:spcPts val="0"/>
              </a:spcBef>
              <a:buFont typeface="Wingdings" panose="05000000000000000000" pitchFamily="2" charset="2"/>
              <a:buChar char="Ø"/>
              <a:defRPr/>
            </a:pPr>
            <a:r>
              <a:rPr lang="en-IN" sz="2400" b="1" dirty="0">
                <a:solidFill>
                  <a:schemeClr val="tx2"/>
                </a:solidFill>
              </a:rPr>
              <a:t>Main Execution Loop:</a:t>
            </a:r>
            <a:r>
              <a:rPr lang="en-IN" sz="2400" dirty="0">
                <a:solidFill>
                  <a:schemeClr val="tx2"/>
                </a:solidFill>
              </a:rPr>
              <a:t> Manages user interaction, data processing, and output display.</a:t>
            </a:r>
          </a:p>
          <a:p>
            <a:pPr marL="571500" indent="-571500" defTabSz="1828434">
              <a:spcBef>
                <a:spcPts val="0"/>
              </a:spcBef>
              <a:buFont typeface="Arial" panose="020B0604020202020204" pitchFamily="34" charset="0"/>
              <a:buChar char="•"/>
              <a:defRPr/>
            </a:pPr>
            <a:endParaRPr lang="en-US" dirty="0">
              <a:solidFill>
                <a:schemeClr val="tx2"/>
              </a:solidFill>
              <a:latin typeface="Montserrat Light" charset="0"/>
              <a:ea typeface="Montserrat Light" charset="0"/>
              <a:cs typeface="Montserrat Light" charset="0"/>
            </a:endParaRPr>
          </a:p>
        </p:txBody>
      </p:sp>
      <p:sp>
        <p:nvSpPr>
          <p:cNvPr id="37" name="Slide Number Placeholder 36">
            <a:extLst>
              <a:ext uri="{FF2B5EF4-FFF2-40B4-BE49-F238E27FC236}">
                <a16:creationId xmlns:a16="http://schemas.microsoft.com/office/drawing/2014/main" id="{AB63A4A0-7E00-4934-0A56-86F0A36ACFE0}"/>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7</a:t>
            </a:fld>
            <a:endParaRPr lang="en-US" noProof="0" dirty="0"/>
          </a:p>
        </p:txBody>
      </p:sp>
      <p:grpSp>
        <p:nvGrpSpPr>
          <p:cNvPr id="38" name="Graphic 185">
            <a:extLst>
              <a:ext uri="{FF2B5EF4-FFF2-40B4-BE49-F238E27FC236}">
                <a16:creationId xmlns:a16="http://schemas.microsoft.com/office/drawing/2014/main" id="{98325B61-13B4-9F68-DA1F-513482EDBAD7}"/>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7C8418E6-0D58-94D7-DC80-93D73ED6E28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9B2A9FCA-A868-D569-570F-3C884A6574E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DF1EADF4-4DE0-D3BC-6B33-D14ED23F8ED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0686D95E-D81C-CDAA-98B9-BD55A976879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166A5F94-C803-30C3-281F-01CADE14026D}"/>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1476589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F4BF-B0A2-5163-B958-D387528F88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28EF87-53E1-1B27-5136-05BD6A1E6AF9}"/>
              </a:ext>
            </a:extLst>
          </p:cNvPr>
          <p:cNvSpPr>
            <a:spLocks noGrp="1"/>
          </p:cNvSpPr>
          <p:nvPr>
            <p:ph type="title"/>
          </p:nvPr>
        </p:nvSpPr>
        <p:spPr>
          <a:xfrm>
            <a:off x="1808480" y="355600"/>
            <a:ext cx="8097520" cy="917034"/>
          </a:xfrm>
        </p:spPr>
        <p:txBody>
          <a:bodyPr>
            <a:normAutofit/>
          </a:bodyPr>
          <a:lstStyle/>
          <a:p>
            <a:r>
              <a:rPr lang="en-IN" altLang="en-US" sz="4800" dirty="0">
                <a:solidFill>
                  <a:schemeClr val="accent1">
                    <a:lumMod val="75000"/>
                  </a:schemeClr>
                </a:solidFill>
                <a:latin typeface="Modern No. 20" panose="02070704070505020303" pitchFamily="18" charset="0"/>
              </a:rPr>
              <a:t>IMPORTING DATASET</a:t>
            </a:r>
          </a:p>
        </p:txBody>
      </p:sp>
      <p:sp>
        <p:nvSpPr>
          <p:cNvPr id="6" name="Content Placeholder 5">
            <a:extLst>
              <a:ext uri="{FF2B5EF4-FFF2-40B4-BE49-F238E27FC236}">
                <a16:creationId xmlns:a16="http://schemas.microsoft.com/office/drawing/2014/main" id="{B5FCA0ED-71F9-93D6-0424-488327CE243D}"/>
              </a:ext>
            </a:extLst>
          </p:cNvPr>
          <p:cNvSpPr>
            <a:spLocks noGrp="1"/>
          </p:cNvSpPr>
          <p:nvPr>
            <p:ph idx="1"/>
          </p:nvPr>
        </p:nvSpPr>
        <p:spPr>
          <a:xfrm>
            <a:off x="162560" y="1333911"/>
            <a:ext cx="11511280" cy="4961161"/>
          </a:xfrm>
        </p:spPr>
        <p:txBody>
          <a:bodyPr>
            <a:normAutofit/>
          </a:bodyPr>
          <a:lstStyle/>
          <a:p>
            <a:r>
              <a:rPr lang="en-IN" altLang="en-US" sz="2400" b="1" dirty="0">
                <a:solidFill>
                  <a:schemeClr val="tx2"/>
                </a:solidFill>
                <a:latin typeface="+mj-lt"/>
              </a:rPr>
              <a:t>Synthetic Dataset :</a:t>
            </a:r>
            <a:r>
              <a:rPr lang="en-IN" altLang="en-US" sz="2400" dirty="0">
                <a:solidFill>
                  <a:schemeClr val="tx2"/>
                </a:solidFill>
              </a:rPr>
              <a:t>Due to live data access limitations, the system uses a simulated dataset.</a:t>
            </a:r>
          </a:p>
          <a:p>
            <a:r>
              <a:rPr lang="en-IN" altLang="en-US" sz="2400" b="1" dirty="0">
                <a:solidFill>
                  <a:schemeClr val="tx2"/>
                </a:solidFill>
              </a:rPr>
              <a:t>Platforms </a:t>
            </a:r>
            <a:r>
              <a:rPr lang="en-IN" altLang="en-US" sz="2400" b="1" dirty="0" err="1">
                <a:solidFill>
                  <a:schemeClr val="tx2"/>
                </a:solidFill>
              </a:rPr>
              <a:t>Covered:</a:t>
            </a:r>
            <a:r>
              <a:rPr lang="en-IN" altLang="en-US" sz="2400" dirty="0" err="1">
                <a:solidFill>
                  <a:schemeClr val="tx2"/>
                </a:solidFill>
              </a:rPr>
              <a:t>Includes</a:t>
            </a:r>
            <a:r>
              <a:rPr lang="en-IN" altLang="en-US" sz="2400" dirty="0">
                <a:solidFill>
                  <a:schemeClr val="tx2"/>
                </a:solidFill>
              </a:rPr>
              <a:t> Swiggy, </a:t>
            </a:r>
            <a:r>
              <a:rPr lang="en-IN" altLang="en-US" sz="2400" dirty="0" err="1">
                <a:solidFill>
                  <a:schemeClr val="tx2"/>
                </a:solidFill>
              </a:rPr>
              <a:t>Blinkit</a:t>
            </a:r>
            <a:r>
              <a:rPr lang="en-IN" altLang="en-US" sz="2400" dirty="0">
                <a:solidFill>
                  <a:schemeClr val="tx2"/>
                </a:solidFill>
              </a:rPr>
              <a:t>, Zomato, Deliveroo, and Domino's with realistic prices, ratings, and reviews</a:t>
            </a:r>
            <a:r>
              <a:rPr lang="en-IN" altLang="en-US" sz="2400" dirty="0"/>
              <a:t>.</a:t>
            </a:r>
          </a:p>
          <a:p>
            <a:pPr marL="571500" indent="-571500" defTabSz="1828434">
              <a:spcBef>
                <a:spcPts val="0"/>
              </a:spcBef>
              <a:buFont typeface="Arial" panose="020B0604020202020204" pitchFamily="34" charset="0"/>
              <a:buChar char="•"/>
              <a:defRPr/>
            </a:pPr>
            <a:endParaRPr lang="en-US" dirty="0">
              <a:solidFill>
                <a:schemeClr val="tx2"/>
              </a:solidFill>
              <a:latin typeface="Montserrat Light" charset="0"/>
              <a:ea typeface="Montserrat Light" charset="0"/>
              <a:cs typeface="Montserrat Light" charset="0"/>
            </a:endParaRPr>
          </a:p>
        </p:txBody>
      </p:sp>
      <p:sp>
        <p:nvSpPr>
          <p:cNvPr id="37" name="Slide Number Placeholder 36">
            <a:extLst>
              <a:ext uri="{FF2B5EF4-FFF2-40B4-BE49-F238E27FC236}">
                <a16:creationId xmlns:a16="http://schemas.microsoft.com/office/drawing/2014/main" id="{032F8671-FB89-8BB1-5686-86C767D46893}"/>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8</a:t>
            </a:fld>
            <a:endParaRPr lang="en-US" noProof="0" dirty="0"/>
          </a:p>
        </p:txBody>
      </p:sp>
      <p:grpSp>
        <p:nvGrpSpPr>
          <p:cNvPr id="38" name="Graphic 185">
            <a:extLst>
              <a:ext uri="{FF2B5EF4-FFF2-40B4-BE49-F238E27FC236}">
                <a16:creationId xmlns:a16="http://schemas.microsoft.com/office/drawing/2014/main" id="{9080B211-C815-7492-24F8-0A883ABAEA5A}"/>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E1E33C05-8F97-3636-D1A4-D0A318392CDF}"/>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0F679AA6-56FC-8F87-6AE9-A2A5AD79918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C34C4DF3-4D27-311F-A76A-BFFF3A3C772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64F38D04-2F1B-9B98-7B3D-19716CAECF3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CE582F1A-574F-8F09-87F5-4FB9FB36CA1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Rectangle 2">
            <a:extLst>
              <a:ext uri="{FF2B5EF4-FFF2-40B4-BE49-F238E27FC236}">
                <a16:creationId xmlns:a16="http://schemas.microsoft.com/office/drawing/2014/main" id="{411E8A41-4C52-E975-3B05-043EBA081534}"/>
              </a:ext>
            </a:extLst>
          </p:cNvPr>
          <p:cNvSpPr/>
          <p:nvPr/>
        </p:nvSpPr>
        <p:spPr>
          <a:xfrm>
            <a:off x="2358736" y="3896591"/>
            <a:ext cx="5974773" cy="1153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Bernard MT Condensed" panose="02050806060905020404" pitchFamily="18" charset="0"/>
              </a:rPr>
              <a:t>import random</a:t>
            </a:r>
          </a:p>
          <a:p>
            <a:pPr algn="ctr"/>
            <a:r>
              <a:rPr lang="en-IN" dirty="0">
                <a:latin typeface="Bernard MT Condensed" panose="02050806060905020404" pitchFamily="18" charset="0"/>
              </a:rPr>
              <a:t>import statistics</a:t>
            </a:r>
          </a:p>
          <a:p>
            <a:pPr algn="ctr"/>
            <a:r>
              <a:rPr lang="en-IN" dirty="0">
                <a:latin typeface="Bernard MT Condensed" panose="02050806060905020404" pitchFamily="18" charset="0"/>
              </a:rPr>
              <a:t>import matplotlib.pyplot as plt</a:t>
            </a:r>
          </a:p>
          <a:p>
            <a:pPr algn="ctr"/>
            <a:r>
              <a:rPr lang="en-IN" dirty="0">
                <a:latin typeface="Bernard MT Condensed" panose="02050806060905020404" pitchFamily="18" charset="0"/>
              </a:rPr>
              <a:t>import numpy as np</a:t>
            </a:r>
          </a:p>
        </p:txBody>
      </p:sp>
    </p:spTree>
    <p:extLst>
      <p:ext uri="{BB962C8B-B14F-4D97-AF65-F5344CB8AC3E}">
        <p14:creationId xmlns:p14="http://schemas.microsoft.com/office/powerpoint/2010/main" val="166635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714EA-8829-8FFC-5A20-65BE052337C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D13EA91-356D-E0F7-A05C-5F9D14ADB503}"/>
              </a:ext>
            </a:extLst>
          </p:cNvPr>
          <p:cNvSpPr>
            <a:spLocks noGrp="1"/>
          </p:cNvSpPr>
          <p:nvPr>
            <p:ph type="title"/>
          </p:nvPr>
        </p:nvSpPr>
        <p:spPr>
          <a:xfrm>
            <a:off x="1808480" y="355600"/>
            <a:ext cx="8097520" cy="917034"/>
          </a:xfrm>
        </p:spPr>
        <p:txBody>
          <a:bodyPr>
            <a:normAutofit/>
          </a:bodyPr>
          <a:lstStyle/>
          <a:p>
            <a:r>
              <a:rPr lang="en-IN" altLang="en-US" sz="4800" dirty="0">
                <a:solidFill>
                  <a:schemeClr val="accent1">
                    <a:lumMod val="75000"/>
                  </a:schemeClr>
                </a:solidFill>
                <a:latin typeface="Modern No. 20" panose="02070704070505020303" pitchFamily="18" charset="0"/>
              </a:rPr>
              <a:t>DATA EXPLORATION</a:t>
            </a:r>
          </a:p>
        </p:txBody>
      </p:sp>
      <p:sp>
        <p:nvSpPr>
          <p:cNvPr id="6" name="Content Placeholder 5">
            <a:extLst>
              <a:ext uri="{FF2B5EF4-FFF2-40B4-BE49-F238E27FC236}">
                <a16:creationId xmlns:a16="http://schemas.microsoft.com/office/drawing/2014/main" id="{B94B7B3B-6EE8-1420-669C-33C44A9CD215}"/>
              </a:ext>
            </a:extLst>
          </p:cNvPr>
          <p:cNvSpPr>
            <a:spLocks noGrp="1"/>
          </p:cNvSpPr>
          <p:nvPr>
            <p:ph idx="1"/>
          </p:nvPr>
        </p:nvSpPr>
        <p:spPr>
          <a:xfrm>
            <a:off x="162560" y="1333911"/>
            <a:ext cx="11511280" cy="4961161"/>
          </a:xfrm>
        </p:spPr>
        <p:txBody>
          <a:bodyPr>
            <a:normAutofit/>
          </a:bodyPr>
          <a:lstStyle/>
          <a:p>
            <a:r>
              <a:rPr lang="en-IN" altLang="en-US" b="1" dirty="0">
                <a:solidFill>
                  <a:schemeClr val="tx2"/>
                </a:solidFill>
              </a:rPr>
              <a:t>Implicit Process:</a:t>
            </a:r>
            <a:r>
              <a:rPr lang="en-IN" altLang="en-US" dirty="0">
                <a:solidFill>
                  <a:schemeClr val="tx2"/>
                </a:solidFill>
              </a:rPr>
              <a:t> Performed internally by the system, not a separate user step.</a:t>
            </a:r>
          </a:p>
          <a:p>
            <a:r>
              <a:rPr lang="en-IN" altLang="en-US" b="1" dirty="0">
                <a:solidFill>
                  <a:schemeClr val="tx2"/>
                </a:solidFill>
              </a:rPr>
              <a:t>Key Actions:</a:t>
            </a:r>
            <a:endParaRPr lang="en-IN" altLang="en-US" dirty="0">
              <a:solidFill>
                <a:schemeClr val="tx2"/>
              </a:solidFill>
            </a:endParaRPr>
          </a:p>
          <a:p>
            <a:pPr lvl="1" indent="0"/>
            <a:r>
              <a:rPr lang="en-IN" altLang="en-US" sz="1800" dirty="0">
                <a:solidFill>
                  <a:schemeClr val="tx2"/>
                </a:solidFill>
              </a:rPr>
              <a:t>Identifies minimum and maximum values (e.g., price, delivery time) for normalization.</a:t>
            </a:r>
          </a:p>
          <a:p>
            <a:pPr lvl="1" indent="0"/>
            <a:r>
              <a:rPr lang="en-IN" altLang="en-US" sz="1800" dirty="0">
                <a:solidFill>
                  <a:schemeClr val="tx2"/>
                </a:solidFill>
              </a:rPr>
              <a:t>Filters relevant data based on user's food item search.</a:t>
            </a:r>
          </a:p>
          <a:p>
            <a:pPr defTabSz="1828434">
              <a:spcBef>
                <a:spcPts val="0"/>
              </a:spcBef>
              <a:defRPr/>
            </a:pPr>
            <a:endParaRPr lang="en-US" dirty="0">
              <a:solidFill>
                <a:schemeClr val="tx2"/>
              </a:solidFill>
              <a:latin typeface="Montserrat Light" charset="0"/>
              <a:ea typeface="Montserrat Light" charset="0"/>
              <a:cs typeface="Montserrat Light" charset="0"/>
            </a:endParaRPr>
          </a:p>
        </p:txBody>
      </p:sp>
      <p:sp>
        <p:nvSpPr>
          <p:cNvPr id="37" name="Slide Number Placeholder 36">
            <a:extLst>
              <a:ext uri="{FF2B5EF4-FFF2-40B4-BE49-F238E27FC236}">
                <a16:creationId xmlns:a16="http://schemas.microsoft.com/office/drawing/2014/main" id="{FDD82F5A-A9D8-8085-1D8B-595F0293BF98}"/>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9</a:t>
            </a:fld>
            <a:endParaRPr lang="en-US" noProof="0" dirty="0"/>
          </a:p>
        </p:txBody>
      </p:sp>
      <p:grpSp>
        <p:nvGrpSpPr>
          <p:cNvPr id="38" name="Graphic 185">
            <a:extLst>
              <a:ext uri="{FF2B5EF4-FFF2-40B4-BE49-F238E27FC236}">
                <a16:creationId xmlns:a16="http://schemas.microsoft.com/office/drawing/2014/main" id="{BADC91B8-F260-12DF-FDD8-859BEFB9A046}"/>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C4E02301-58A0-F190-7D37-EE3260260519}"/>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DF74B622-D798-5B2C-8E42-3138182F9FAD}"/>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05885CA1-6062-CEBB-F031-1B07207EF15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C287A515-B131-8D7B-8E77-13F6469DB0E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93F2A12A-298E-6F53-660D-70486F1023C1}"/>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 name="Rectangle 1">
            <a:extLst>
              <a:ext uri="{FF2B5EF4-FFF2-40B4-BE49-F238E27FC236}">
                <a16:creationId xmlns:a16="http://schemas.microsoft.com/office/drawing/2014/main" id="{8CC3C776-8F59-E146-0085-0E6B84EA4213}"/>
              </a:ext>
            </a:extLst>
          </p:cNvPr>
          <p:cNvSpPr/>
          <p:nvPr/>
        </p:nvSpPr>
        <p:spPr>
          <a:xfrm>
            <a:off x="162560" y="3039652"/>
            <a:ext cx="3100185" cy="91440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altLang="en-US" sz="1200" dirty="0">
                <a:solidFill>
                  <a:schemeClr val="accent6">
                    <a:lumMod val="75000"/>
                  </a:schemeClr>
                </a:solidFill>
                <a:cs typeface="Montserrat Light" panose="00000400000000000000" pitchFamily="2" charset="0"/>
              </a:rPr>
              <a:t>#Top Cuisines Ordered</a:t>
            </a:r>
          </a:p>
          <a:p>
            <a:r>
              <a:rPr lang="en-US" altLang="en-US" sz="1200" dirty="0">
                <a:solidFill>
                  <a:schemeClr val="tx1"/>
                </a:solidFill>
                <a:cs typeface="Montserrat Light" panose="00000400000000000000" pitchFamily="2" charset="0"/>
              </a:rPr>
              <a:t>df['Cuisine_Type']value_counts().head(5)</a:t>
            </a:r>
          </a:p>
          <a:p>
            <a:endParaRPr lang="en-IN" altLang="en-US" dirty="0">
              <a:solidFill>
                <a:schemeClr val="tx1"/>
              </a:solidFill>
              <a:latin typeface="Montserrat Light" panose="00000400000000000000" pitchFamily="2" charset="0"/>
              <a:cs typeface="Montserrat Light" panose="00000400000000000000" pitchFamily="2" charset="0"/>
            </a:endParaRPr>
          </a:p>
        </p:txBody>
      </p:sp>
      <p:sp>
        <p:nvSpPr>
          <p:cNvPr id="3" name="Rectangle 2">
            <a:extLst>
              <a:ext uri="{FF2B5EF4-FFF2-40B4-BE49-F238E27FC236}">
                <a16:creationId xmlns:a16="http://schemas.microsoft.com/office/drawing/2014/main" id="{C06B9F2B-D87A-B274-96DE-4C08C3904058}"/>
              </a:ext>
            </a:extLst>
          </p:cNvPr>
          <p:cNvSpPr/>
          <p:nvPr/>
        </p:nvSpPr>
        <p:spPr>
          <a:xfrm flipH="1">
            <a:off x="1984664" y="4127119"/>
            <a:ext cx="3933536" cy="91440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dirty="0">
              <a:solidFill>
                <a:schemeClr val="tx1"/>
              </a:solidFill>
            </a:endParaRPr>
          </a:p>
          <a:p>
            <a:pPr algn="ctr"/>
            <a:endParaRPr lang="en-IN" sz="1000" dirty="0">
              <a:solidFill>
                <a:schemeClr val="tx1"/>
              </a:solidFill>
            </a:endParaRPr>
          </a:p>
          <a:p>
            <a:r>
              <a:rPr lang="en-IN" sz="1100" dirty="0">
                <a:solidFill>
                  <a:schemeClr val="accent6">
                    <a:lumMod val="75000"/>
                  </a:schemeClr>
                </a:solidFill>
              </a:rPr>
              <a:t>#Average Delivery Time</a:t>
            </a:r>
          </a:p>
          <a:p>
            <a:pPr algn="ctr"/>
            <a:r>
              <a:rPr lang="en-IN" sz="1100" dirty="0">
                <a:solidFill>
                  <a:schemeClr val="tx1"/>
                </a:solidFill>
              </a:rPr>
              <a:t>df['</a:t>
            </a:r>
            <a:r>
              <a:rPr lang="en-IN" sz="1100" dirty="0" err="1">
                <a:solidFill>
                  <a:schemeClr val="tx1"/>
                </a:solidFill>
              </a:rPr>
              <a:t>Order_Time</a:t>
            </a:r>
            <a:r>
              <a:rPr lang="en-IN" sz="1100" dirty="0">
                <a:solidFill>
                  <a:schemeClr val="tx1"/>
                </a:solidFill>
              </a:rPr>
              <a:t>'] = </a:t>
            </a:r>
            <a:r>
              <a:rPr lang="en-IN" sz="1100" dirty="0" err="1">
                <a:solidFill>
                  <a:schemeClr val="tx1"/>
                </a:solidFill>
              </a:rPr>
              <a:t>pd.to_datetime</a:t>
            </a:r>
            <a:r>
              <a:rPr lang="en-IN" sz="1100" dirty="0">
                <a:solidFill>
                  <a:schemeClr val="tx1"/>
                </a:solidFill>
              </a:rPr>
              <a:t>(df['</a:t>
            </a:r>
            <a:r>
              <a:rPr lang="en-IN" sz="1100" dirty="0" err="1">
                <a:solidFill>
                  <a:schemeClr val="tx1"/>
                </a:solidFill>
              </a:rPr>
              <a:t>Order_Time</a:t>
            </a:r>
            <a:r>
              <a:rPr lang="en-IN" sz="1100" dirty="0">
                <a:solidFill>
                  <a:schemeClr val="tx1"/>
                </a:solidFill>
              </a:rPr>
              <a:t>'])</a:t>
            </a:r>
          </a:p>
          <a:p>
            <a:pPr algn="ctr"/>
            <a:r>
              <a:rPr lang="en-IN" sz="1100" dirty="0">
                <a:solidFill>
                  <a:schemeClr val="tx1"/>
                </a:solidFill>
              </a:rPr>
              <a:t>df['Delivery_Time'] = </a:t>
            </a:r>
            <a:r>
              <a:rPr lang="en-IN" sz="1100" dirty="0" err="1">
                <a:solidFill>
                  <a:schemeClr val="tx1"/>
                </a:solidFill>
              </a:rPr>
              <a:t>pd.to_datetime</a:t>
            </a:r>
            <a:r>
              <a:rPr lang="en-IN" sz="1100" dirty="0">
                <a:solidFill>
                  <a:schemeClr val="tx1"/>
                </a:solidFill>
              </a:rPr>
              <a:t>(df['Delivery_Time'])</a:t>
            </a:r>
          </a:p>
          <a:p>
            <a:pPr algn="ctr"/>
            <a:r>
              <a:rPr lang="en-IN" sz="1100" dirty="0">
                <a:solidFill>
                  <a:schemeClr val="tx1"/>
                </a:solidFill>
              </a:rPr>
              <a:t>df['</a:t>
            </a:r>
            <a:r>
              <a:rPr lang="en-IN" sz="1100" dirty="0" err="1">
                <a:solidFill>
                  <a:schemeClr val="tx1"/>
                </a:solidFill>
              </a:rPr>
              <a:t>Delivery_Duration</a:t>
            </a:r>
            <a:r>
              <a:rPr lang="en-IN" sz="1100" dirty="0">
                <a:solidFill>
                  <a:schemeClr val="tx1"/>
                </a:solidFill>
              </a:rPr>
              <a:t>'] = (df['Delivery_Time'] - df['</a:t>
            </a:r>
            <a:r>
              <a:rPr lang="en-IN" sz="1100" dirty="0" err="1">
                <a:solidFill>
                  <a:schemeClr val="tx1"/>
                </a:solidFill>
              </a:rPr>
              <a:t>Order_Time</a:t>
            </a:r>
            <a:r>
              <a:rPr lang="en-IN" sz="1100" dirty="0">
                <a:solidFill>
                  <a:schemeClr val="tx1"/>
                </a:solidFill>
              </a:rPr>
              <a:t>']).</a:t>
            </a:r>
            <a:r>
              <a:rPr lang="en-IN" sz="1100" dirty="0" err="1">
                <a:solidFill>
                  <a:schemeClr val="tx1"/>
                </a:solidFill>
              </a:rPr>
              <a:t>dt.total_seconds</a:t>
            </a:r>
            <a:r>
              <a:rPr lang="en-IN" sz="1100" dirty="0">
                <a:solidFill>
                  <a:schemeClr val="tx1"/>
                </a:solidFill>
              </a:rPr>
              <a:t>() / 60</a:t>
            </a:r>
          </a:p>
          <a:p>
            <a:pPr algn="ctr"/>
            <a:r>
              <a:rPr lang="en-IN" sz="1100" dirty="0">
                <a:solidFill>
                  <a:schemeClr val="tx1"/>
                </a:solidFill>
              </a:rPr>
              <a:t>df['</a:t>
            </a:r>
            <a:r>
              <a:rPr lang="en-IN" sz="1100" dirty="0" err="1">
                <a:solidFill>
                  <a:schemeClr val="tx1"/>
                </a:solidFill>
              </a:rPr>
              <a:t>Delivery_Duration</a:t>
            </a:r>
            <a:r>
              <a:rPr lang="en-IN" sz="1100" dirty="0">
                <a:solidFill>
                  <a:schemeClr val="tx1"/>
                </a:solidFill>
              </a:rPr>
              <a:t>'].mean()</a:t>
            </a:r>
          </a:p>
          <a:p>
            <a:pPr algn="ctr"/>
            <a:endParaRPr lang="en-IN" dirty="0">
              <a:solidFill>
                <a:schemeClr val="tx1"/>
              </a:solidFill>
            </a:endParaRPr>
          </a:p>
        </p:txBody>
      </p:sp>
      <p:sp>
        <p:nvSpPr>
          <p:cNvPr id="4" name="Rectangle 3">
            <a:extLst>
              <a:ext uri="{FF2B5EF4-FFF2-40B4-BE49-F238E27FC236}">
                <a16:creationId xmlns:a16="http://schemas.microsoft.com/office/drawing/2014/main" id="{A38E82AF-8A71-403E-2A02-703416D56B5A}"/>
              </a:ext>
            </a:extLst>
          </p:cNvPr>
          <p:cNvSpPr/>
          <p:nvPr/>
        </p:nvSpPr>
        <p:spPr>
          <a:xfrm flipH="1">
            <a:off x="5588461" y="3186742"/>
            <a:ext cx="5771804" cy="697258"/>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accent6">
                    <a:lumMod val="75000"/>
                  </a:schemeClr>
                </a:solidFill>
              </a:rPr>
              <a:t>#which Restaurant Delivery Fastest</a:t>
            </a:r>
          </a:p>
          <a:p>
            <a:pPr algn="ctr"/>
            <a:r>
              <a:rPr lang="en-US" sz="1200" dirty="0">
                <a:solidFill>
                  <a:schemeClr val="tx1"/>
                </a:solidFill>
              </a:rPr>
              <a:t>df.groupby('</a:t>
            </a:r>
            <a:r>
              <a:rPr lang="en-US" sz="1200" dirty="0" err="1">
                <a:solidFill>
                  <a:schemeClr val="tx1"/>
                </a:solidFill>
              </a:rPr>
              <a:t>Restaurant_Name</a:t>
            </a:r>
            <a:r>
              <a:rPr lang="en-US" sz="1200" dirty="0">
                <a:solidFill>
                  <a:schemeClr val="tx1"/>
                </a:solidFill>
              </a:rPr>
              <a:t>')['</a:t>
            </a:r>
            <a:r>
              <a:rPr lang="en-US" sz="1200" dirty="0" err="1">
                <a:solidFill>
                  <a:schemeClr val="tx1"/>
                </a:solidFill>
              </a:rPr>
              <a:t>Delivery_Duration</a:t>
            </a:r>
            <a:r>
              <a:rPr lang="en-US" sz="1200" dirty="0">
                <a:solidFill>
                  <a:schemeClr val="tx1"/>
                </a:solidFill>
              </a:rPr>
              <a:t>'].mean().sort_values().head(5)</a:t>
            </a:r>
          </a:p>
        </p:txBody>
      </p:sp>
      <p:sp>
        <p:nvSpPr>
          <p:cNvPr id="8" name="TextBox 7">
            <a:extLst>
              <a:ext uri="{FF2B5EF4-FFF2-40B4-BE49-F238E27FC236}">
                <a16:creationId xmlns:a16="http://schemas.microsoft.com/office/drawing/2014/main" id="{10408A27-9966-E4CE-9E6F-74D0DA067C9C}"/>
              </a:ext>
            </a:extLst>
          </p:cNvPr>
          <p:cNvSpPr txBox="1"/>
          <p:nvPr/>
        </p:nvSpPr>
        <p:spPr>
          <a:xfrm>
            <a:off x="162560" y="5576665"/>
            <a:ext cx="3515822" cy="523220"/>
          </a:xfrm>
          <a:prstGeom prst="rect">
            <a:avLst/>
          </a:prstGeom>
          <a:solidFill>
            <a:schemeClr val="accent1">
              <a:lumMod val="20000"/>
              <a:lumOff val="80000"/>
            </a:schemeClr>
          </a:solidFill>
        </p:spPr>
        <p:txBody>
          <a:bodyPr wrap="square">
            <a:spAutoFit/>
          </a:bodyPr>
          <a:lstStyle/>
          <a:p>
            <a:r>
              <a:rPr lang="en-IN" sz="1400" dirty="0">
                <a:solidFill>
                  <a:schemeClr val="accent6">
                    <a:lumMod val="75000"/>
                  </a:schemeClr>
                </a:solidFill>
              </a:rPr>
              <a:t>#Distribution of order value</a:t>
            </a:r>
          </a:p>
          <a:p>
            <a:r>
              <a:rPr lang="en-IN" sz="1400" dirty="0"/>
              <a:t>df['Order_Value'].hist(bins=20)</a:t>
            </a:r>
          </a:p>
        </p:txBody>
      </p:sp>
      <p:sp>
        <p:nvSpPr>
          <p:cNvPr id="9" name="Rectangle 8">
            <a:extLst>
              <a:ext uri="{FF2B5EF4-FFF2-40B4-BE49-F238E27FC236}">
                <a16:creationId xmlns:a16="http://schemas.microsoft.com/office/drawing/2014/main" id="{7D5FD4B9-1556-7BEE-D465-B3309DDB08C2}"/>
              </a:ext>
            </a:extLst>
          </p:cNvPr>
          <p:cNvSpPr/>
          <p:nvPr/>
        </p:nvSpPr>
        <p:spPr>
          <a:xfrm>
            <a:off x="8043601" y="4291444"/>
            <a:ext cx="3310197" cy="451065"/>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a:p>
            <a:r>
              <a:rPr lang="en-US" sz="1100" dirty="0">
                <a:solidFill>
                  <a:schemeClr val="accent6">
                    <a:lumMod val="75000"/>
                  </a:schemeClr>
                </a:solidFill>
              </a:rPr>
              <a:t>#Ratings vs Delivery Time</a:t>
            </a:r>
          </a:p>
          <a:p>
            <a:pPr algn="ctr"/>
            <a:r>
              <a:rPr lang="en-US" sz="1100" dirty="0">
                <a:solidFill>
                  <a:schemeClr val="tx1"/>
                </a:solidFill>
              </a:rPr>
              <a:t>df.plot.scatter(x='</a:t>
            </a:r>
            <a:r>
              <a:rPr lang="en-US" sz="1100" dirty="0" err="1">
                <a:solidFill>
                  <a:schemeClr val="tx1"/>
                </a:solidFill>
              </a:rPr>
              <a:t>Delivery_Duratin'y</a:t>
            </a:r>
            <a:r>
              <a:rPr lang="en-US" sz="1100" dirty="0">
                <a:solidFill>
                  <a:schemeClr val="tx1"/>
                </a:solidFill>
              </a:rPr>
              <a:t>='Rating')</a:t>
            </a:r>
          </a:p>
          <a:p>
            <a:pPr algn="ctr"/>
            <a:endParaRPr lang="en-IN" sz="1100" dirty="0">
              <a:solidFill>
                <a:schemeClr val="tx1"/>
              </a:solidFill>
            </a:endParaRPr>
          </a:p>
        </p:txBody>
      </p:sp>
      <p:sp>
        <p:nvSpPr>
          <p:cNvPr id="10" name="Rectangle 9">
            <a:extLst>
              <a:ext uri="{FF2B5EF4-FFF2-40B4-BE49-F238E27FC236}">
                <a16:creationId xmlns:a16="http://schemas.microsoft.com/office/drawing/2014/main" id="{5CFC68A6-73E8-BCAB-E1A5-ECF3A29F120E}"/>
              </a:ext>
            </a:extLst>
          </p:cNvPr>
          <p:cNvSpPr/>
          <p:nvPr/>
        </p:nvSpPr>
        <p:spPr>
          <a:xfrm>
            <a:off x="6096000" y="4759896"/>
            <a:ext cx="3750423" cy="675807"/>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accent6">
                    <a:lumMod val="75000"/>
                  </a:schemeClr>
                </a:solidFill>
              </a:rPr>
              <a:t> #Online Vs COD popularity</a:t>
            </a:r>
          </a:p>
          <a:p>
            <a:pPr algn="ctr"/>
            <a:r>
              <a:rPr lang="en-US" sz="1100" dirty="0">
                <a:solidFill>
                  <a:schemeClr val="tx1"/>
                </a:solidFill>
              </a:rPr>
              <a:t>df['</a:t>
            </a:r>
            <a:r>
              <a:rPr lang="en-US" sz="1100" dirty="0" err="1">
                <a:solidFill>
                  <a:schemeClr val="tx1"/>
                </a:solidFill>
              </a:rPr>
              <a:t>Payment_Method</a:t>
            </a:r>
            <a:r>
              <a:rPr lang="en-US" sz="1100" dirty="0">
                <a:solidFill>
                  <a:schemeClr val="tx1"/>
                </a:solidFill>
              </a:rPr>
              <a:t>'].value_counts(normalize=True) * 100</a:t>
            </a:r>
          </a:p>
          <a:p>
            <a:pPr algn="ctr"/>
            <a:endParaRPr lang="en-IN" sz="1100" dirty="0">
              <a:solidFill>
                <a:schemeClr val="tx1"/>
              </a:solidFill>
            </a:endParaRPr>
          </a:p>
        </p:txBody>
      </p:sp>
      <p:sp>
        <p:nvSpPr>
          <p:cNvPr id="11" name="Rectangle 10">
            <a:extLst>
              <a:ext uri="{FF2B5EF4-FFF2-40B4-BE49-F238E27FC236}">
                <a16:creationId xmlns:a16="http://schemas.microsoft.com/office/drawing/2014/main" id="{349B1336-2B23-E886-6B62-4CF45570C547}"/>
              </a:ext>
            </a:extLst>
          </p:cNvPr>
          <p:cNvSpPr/>
          <p:nvPr/>
        </p:nvSpPr>
        <p:spPr>
          <a:xfrm>
            <a:off x="4552656" y="5618405"/>
            <a:ext cx="4457700" cy="405245"/>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a:p>
            <a:pPr algn="ctr"/>
            <a:endParaRPr lang="en-US" sz="1100" dirty="0">
              <a:solidFill>
                <a:schemeClr val="tx1"/>
              </a:solidFill>
            </a:endParaRPr>
          </a:p>
          <a:p>
            <a:r>
              <a:rPr lang="en-US" sz="1100" dirty="0">
                <a:solidFill>
                  <a:schemeClr val="accent6">
                    <a:lumMod val="75000"/>
                  </a:schemeClr>
                </a:solidFill>
              </a:rPr>
              <a:t>#Revenue by Restaurant</a:t>
            </a:r>
          </a:p>
          <a:p>
            <a:pPr algn="ctr"/>
            <a:r>
              <a:rPr lang="en-US" sz="1100" dirty="0">
                <a:solidFill>
                  <a:schemeClr val="tx1"/>
                </a:solidFill>
              </a:rPr>
              <a:t>df.groupby('</a:t>
            </a:r>
            <a:r>
              <a:rPr lang="en-US" sz="1100" dirty="0" err="1">
                <a:solidFill>
                  <a:schemeClr val="tx1"/>
                </a:solidFill>
              </a:rPr>
              <a:t>Restaurant_Name</a:t>
            </a:r>
            <a:r>
              <a:rPr lang="en-US" sz="1100" dirty="0">
                <a:solidFill>
                  <a:schemeClr val="tx1"/>
                </a:solidFill>
              </a:rPr>
              <a:t>')['</a:t>
            </a:r>
            <a:r>
              <a:rPr lang="en-US" sz="1100" dirty="0" err="1">
                <a:solidFill>
                  <a:schemeClr val="tx1"/>
                </a:solidFill>
              </a:rPr>
              <a:t>Order_Value</a:t>
            </a:r>
            <a:r>
              <a:rPr lang="en-US" sz="1100" dirty="0">
                <a:solidFill>
                  <a:schemeClr val="tx1"/>
                </a:solidFill>
              </a:rPr>
              <a:t>'].sum().sort_values(ascending=False).head(5)</a:t>
            </a:r>
          </a:p>
          <a:p>
            <a:pPr algn="ctr"/>
            <a:endParaRPr lang="en-IN" dirty="0">
              <a:solidFill>
                <a:schemeClr val="tx1"/>
              </a:solidFill>
            </a:endParaRPr>
          </a:p>
        </p:txBody>
      </p:sp>
    </p:spTree>
    <p:extLst>
      <p:ext uri="{BB962C8B-B14F-4D97-AF65-F5344CB8AC3E}">
        <p14:creationId xmlns:p14="http://schemas.microsoft.com/office/powerpoint/2010/main" val="2037597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39FCC-72DD-A686-CC01-F46CABDA28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E57126-318A-3239-3AC8-0044F8D63535}"/>
              </a:ext>
            </a:extLst>
          </p:cNvPr>
          <p:cNvSpPr>
            <a:spLocks noGrp="1"/>
          </p:cNvSpPr>
          <p:nvPr>
            <p:ph type="title"/>
          </p:nvPr>
        </p:nvSpPr>
        <p:spPr>
          <a:xfrm>
            <a:off x="1808480" y="355600"/>
            <a:ext cx="8097520" cy="917034"/>
          </a:xfrm>
        </p:spPr>
        <p:txBody>
          <a:bodyPr>
            <a:normAutofit/>
          </a:bodyPr>
          <a:lstStyle/>
          <a:p>
            <a:r>
              <a:rPr lang="en-IN" altLang="en-US" sz="4800" dirty="0">
                <a:solidFill>
                  <a:schemeClr val="accent1">
                    <a:lumMod val="75000"/>
                  </a:schemeClr>
                </a:solidFill>
                <a:latin typeface="Modern No. 20" panose="02070704070505020303" pitchFamily="18" charset="0"/>
              </a:rPr>
              <a:t>DATA CLEANING</a:t>
            </a:r>
          </a:p>
        </p:txBody>
      </p:sp>
      <p:sp>
        <p:nvSpPr>
          <p:cNvPr id="6" name="Content Placeholder 5">
            <a:extLst>
              <a:ext uri="{FF2B5EF4-FFF2-40B4-BE49-F238E27FC236}">
                <a16:creationId xmlns:a16="http://schemas.microsoft.com/office/drawing/2014/main" id="{4343747B-9024-97E3-9E00-1E8F8368D0ED}"/>
              </a:ext>
            </a:extLst>
          </p:cNvPr>
          <p:cNvSpPr>
            <a:spLocks noGrp="1"/>
          </p:cNvSpPr>
          <p:nvPr>
            <p:ph idx="1"/>
          </p:nvPr>
        </p:nvSpPr>
        <p:spPr>
          <a:xfrm>
            <a:off x="162560" y="1333911"/>
            <a:ext cx="11511280" cy="4961161"/>
          </a:xfrm>
        </p:spPr>
        <p:txBody>
          <a:bodyPr>
            <a:normAutofit/>
          </a:bodyPr>
          <a:lstStyle/>
          <a:p>
            <a:pPr defTabSz="1828434">
              <a:spcBef>
                <a:spcPts val="0"/>
              </a:spcBef>
              <a:defRPr/>
            </a:pPr>
            <a:r>
              <a:rPr lang="en-US" altLang="en-US" dirty="0">
                <a:solidFill>
                  <a:schemeClr val="tx2"/>
                </a:solidFill>
                <a:cs typeface="Montserrat Light" panose="00000400000000000000" pitchFamily="2" charset="0"/>
              </a:rPr>
              <a:t>Data cleaning is a crucial step in a food delivery analysis project that involves identifying and correcting errors or inconsistencies in the dataset to ensure accurate and reliable analysis. Since food delivery data often comes from multiple sources—such as order logs, customer feedback, and delivery records—it may contain missing values, duplicates, incorrect entries, or inconsistent formats.</a:t>
            </a:r>
            <a:endParaRPr lang="en-IN" altLang="en-US" dirty="0">
              <a:solidFill>
                <a:schemeClr val="tx2"/>
              </a:solidFill>
              <a:cs typeface="Montserrat Light" panose="00000400000000000000" pitchFamily="2" charset="0"/>
            </a:endParaRPr>
          </a:p>
          <a:p>
            <a:pPr defTabSz="1828434">
              <a:spcBef>
                <a:spcPts val="0"/>
              </a:spcBef>
              <a:defRPr/>
            </a:pPr>
            <a:endParaRPr lang="en-US" dirty="0">
              <a:solidFill>
                <a:schemeClr val="tx2"/>
              </a:solidFill>
              <a:latin typeface="Montserrat Light" charset="0"/>
              <a:ea typeface="Montserrat Light" charset="0"/>
              <a:cs typeface="Montserrat Light" charset="0"/>
            </a:endParaRPr>
          </a:p>
        </p:txBody>
      </p:sp>
      <p:sp>
        <p:nvSpPr>
          <p:cNvPr id="37" name="Slide Number Placeholder 36">
            <a:extLst>
              <a:ext uri="{FF2B5EF4-FFF2-40B4-BE49-F238E27FC236}">
                <a16:creationId xmlns:a16="http://schemas.microsoft.com/office/drawing/2014/main" id="{E5995CCE-B32A-D256-2A0C-77DF47265C50}"/>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10</a:t>
            </a:fld>
            <a:endParaRPr lang="en-US" noProof="0" dirty="0"/>
          </a:p>
        </p:txBody>
      </p:sp>
      <p:grpSp>
        <p:nvGrpSpPr>
          <p:cNvPr id="38" name="Graphic 185">
            <a:extLst>
              <a:ext uri="{FF2B5EF4-FFF2-40B4-BE49-F238E27FC236}">
                <a16:creationId xmlns:a16="http://schemas.microsoft.com/office/drawing/2014/main" id="{A7E835B2-4EE2-B76B-8FCB-D76A95E638DE}"/>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CF1C4F98-8576-3EFE-F6F9-7C798CE97BE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89E2F30C-9D4F-E30B-289A-D9BF23680D82}"/>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34129C85-EE3C-D84F-EA1D-69042A8815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3759BE83-B882-CA18-7504-49CB02F2130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401B7B69-5F5A-5925-A358-1969E115C9B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 name="Rectangle: Rounded Corners 1">
            <a:extLst>
              <a:ext uri="{FF2B5EF4-FFF2-40B4-BE49-F238E27FC236}">
                <a16:creationId xmlns:a16="http://schemas.microsoft.com/office/drawing/2014/main" id="{9FEF09B2-96B0-72AD-11F4-16396DF31BA2}"/>
              </a:ext>
            </a:extLst>
          </p:cNvPr>
          <p:cNvSpPr/>
          <p:nvPr/>
        </p:nvSpPr>
        <p:spPr>
          <a:xfrm>
            <a:off x="278707" y="2867891"/>
            <a:ext cx="3952240" cy="561109"/>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accent6">
                  <a:lumMod val="75000"/>
                </a:schemeClr>
              </a:solidFill>
            </a:endParaRPr>
          </a:p>
          <a:p>
            <a:r>
              <a:rPr lang="en-IN" sz="1400" dirty="0">
                <a:solidFill>
                  <a:schemeClr val="accent6">
                    <a:lumMod val="75000"/>
                  </a:schemeClr>
                </a:solidFill>
              </a:rPr>
              <a:t># 1. Remove duplicates</a:t>
            </a:r>
          </a:p>
          <a:p>
            <a:pPr algn="ctr"/>
            <a:r>
              <a:rPr lang="en-IN" sz="1400" dirty="0" err="1">
                <a:solidFill>
                  <a:schemeClr val="tx1"/>
                </a:solidFill>
              </a:rPr>
              <a:t>df.drop_duplicates</a:t>
            </a:r>
            <a:r>
              <a:rPr lang="en-IN" sz="1400" dirty="0">
                <a:solidFill>
                  <a:schemeClr val="tx1"/>
                </a:solidFill>
              </a:rPr>
              <a:t>(</a:t>
            </a:r>
            <a:r>
              <a:rPr lang="en-IN" sz="1400" dirty="0" err="1">
                <a:solidFill>
                  <a:schemeClr val="tx1"/>
                </a:solidFill>
              </a:rPr>
              <a:t>inplace</a:t>
            </a:r>
            <a:r>
              <a:rPr lang="en-IN" sz="1400" dirty="0">
                <a:solidFill>
                  <a:schemeClr val="tx1"/>
                </a:solidFill>
              </a:rPr>
              <a:t>=True)</a:t>
            </a:r>
          </a:p>
          <a:p>
            <a:pPr algn="ctr"/>
            <a:endParaRPr lang="en-IN" dirty="0"/>
          </a:p>
        </p:txBody>
      </p:sp>
      <p:sp>
        <p:nvSpPr>
          <p:cNvPr id="3" name="Rectangle: Rounded Corners 2">
            <a:extLst>
              <a:ext uri="{FF2B5EF4-FFF2-40B4-BE49-F238E27FC236}">
                <a16:creationId xmlns:a16="http://schemas.microsoft.com/office/drawing/2014/main" id="{AD11A335-5070-8A2B-6231-15E585FC0F15}"/>
              </a:ext>
            </a:extLst>
          </p:cNvPr>
          <p:cNvSpPr/>
          <p:nvPr/>
        </p:nvSpPr>
        <p:spPr>
          <a:xfrm>
            <a:off x="6051877" y="5866989"/>
            <a:ext cx="4509654" cy="685800"/>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accent6">
                    <a:lumMod val="75000"/>
                  </a:schemeClr>
                </a:solidFill>
              </a:rPr>
              <a:t># 6. Reset index after cleaning</a:t>
            </a:r>
          </a:p>
          <a:p>
            <a:pPr algn="ctr"/>
            <a:r>
              <a:rPr lang="en-US" sz="1100" dirty="0" err="1">
                <a:solidFill>
                  <a:schemeClr val="tx1"/>
                </a:solidFill>
              </a:rPr>
              <a:t>df.reset_index</a:t>
            </a:r>
            <a:r>
              <a:rPr lang="en-US" sz="1100" dirty="0">
                <a:solidFill>
                  <a:schemeClr val="tx1"/>
                </a:solidFill>
              </a:rPr>
              <a:t>(drop=True, </a:t>
            </a:r>
            <a:r>
              <a:rPr lang="en-US" sz="1100" dirty="0" err="1">
                <a:solidFill>
                  <a:schemeClr val="tx1"/>
                </a:solidFill>
              </a:rPr>
              <a:t>inplace</a:t>
            </a:r>
            <a:r>
              <a:rPr lang="en-US" sz="1100" dirty="0">
                <a:solidFill>
                  <a:schemeClr val="tx1"/>
                </a:solidFill>
              </a:rPr>
              <a:t>=True)</a:t>
            </a:r>
          </a:p>
          <a:p>
            <a:pPr algn="ctr"/>
            <a:endParaRPr lang="en-IN" sz="1100" dirty="0"/>
          </a:p>
        </p:txBody>
      </p:sp>
      <p:sp>
        <p:nvSpPr>
          <p:cNvPr id="4" name="Rectangle: Rounded Corners 3">
            <a:extLst>
              <a:ext uri="{FF2B5EF4-FFF2-40B4-BE49-F238E27FC236}">
                <a16:creationId xmlns:a16="http://schemas.microsoft.com/office/drawing/2014/main" id="{D207DE3D-1511-C585-7093-D3CFE3A0051C}"/>
              </a:ext>
            </a:extLst>
          </p:cNvPr>
          <p:cNvSpPr/>
          <p:nvPr/>
        </p:nvSpPr>
        <p:spPr>
          <a:xfrm>
            <a:off x="162560" y="4199865"/>
            <a:ext cx="4509654" cy="685800"/>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chemeClr val="accent6">
                    <a:lumMod val="75000"/>
                  </a:schemeClr>
                </a:solidFill>
              </a:rPr>
              <a:t># 3. Convert data types</a:t>
            </a:r>
          </a:p>
          <a:p>
            <a:pPr algn="ctr"/>
            <a:r>
              <a:rPr lang="en-IN" sz="1200" dirty="0">
                <a:solidFill>
                  <a:schemeClr val="tx1"/>
                </a:solidFill>
              </a:rPr>
              <a:t>df['</a:t>
            </a:r>
            <a:r>
              <a:rPr lang="en-IN" sz="1200" dirty="0" err="1">
                <a:solidFill>
                  <a:schemeClr val="tx1"/>
                </a:solidFill>
              </a:rPr>
              <a:t>Order_Date</a:t>
            </a:r>
            <a:r>
              <a:rPr lang="en-IN" sz="1200" dirty="0">
                <a:solidFill>
                  <a:schemeClr val="tx1"/>
                </a:solidFill>
              </a:rPr>
              <a:t>'] = </a:t>
            </a:r>
            <a:r>
              <a:rPr lang="en-IN" sz="1200" dirty="0" err="1">
                <a:solidFill>
                  <a:schemeClr val="tx1"/>
                </a:solidFill>
              </a:rPr>
              <a:t>pd.to_datetime</a:t>
            </a:r>
            <a:r>
              <a:rPr lang="en-IN" sz="1200" dirty="0">
                <a:solidFill>
                  <a:schemeClr val="tx1"/>
                </a:solidFill>
              </a:rPr>
              <a:t>(df['</a:t>
            </a:r>
            <a:r>
              <a:rPr lang="en-IN" sz="1200" dirty="0" err="1">
                <a:solidFill>
                  <a:schemeClr val="tx1"/>
                </a:solidFill>
              </a:rPr>
              <a:t>Order_Date</a:t>
            </a:r>
            <a:r>
              <a:rPr lang="en-IN" sz="1200" dirty="0">
                <a:solidFill>
                  <a:schemeClr val="tx1"/>
                </a:solidFill>
              </a:rPr>
              <a:t>'])</a:t>
            </a:r>
          </a:p>
          <a:p>
            <a:pPr algn="ctr"/>
            <a:r>
              <a:rPr lang="en-IN" sz="1200" dirty="0">
                <a:solidFill>
                  <a:schemeClr val="tx1"/>
                </a:solidFill>
              </a:rPr>
              <a:t>df['</a:t>
            </a:r>
            <a:r>
              <a:rPr lang="en-IN" sz="1200" dirty="0" err="1">
                <a:solidFill>
                  <a:schemeClr val="tx1"/>
                </a:solidFill>
              </a:rPr>
              <a:t>Customer_Rating</a:t>
            </a:r>
            <a:r>
              <a:rPr lang="en-IN" sz="1200" dirty="0">
                <a:solidFill>
                  <a:schemeClr val="tx1"/>
                </a:solidFill>
              </a:rPr>
              <a:t>'] = df['</a:t>
            </a:r>
            <a:r>
              <a:rPr lang="en-IN" sz="1200" dirty="0" err="1">
                <a:solidFill>
                  <a:schemeClr val="tx1"/>
                </a:solidFill>
              </a:rPr>
              <a:t>Customer_Rating</a:t>
            </a:r>
            <a:r>
              <a:rPr lang="en-IN" sz="1200" dirty="0">
                <a:solidFill>
                  <a:schemeClr val="tx1"/>
                </a:solidFill>
              </a:rPr>
              <a:t>'].</a:t>
            </a:r>
            <a:r>
              <a:rPr lang="en-IN" sz="1200" dirty="0" err="1">
                <a:solidFill>
                  <a:schemeClr val="tx1"/>
                </a:solidFill>
              </a:rPr>
              <a:t>astype</a:t>
            </a:r>
            <a:r>
              <a:rPr lang="en-IN" sz="1200" dirty="0">
                <a:solidFill>
                  <a:schemeClr val="tx1"/>
                </a:solidFill>
              </a:rPr>
              <a:t>(float)</a:t>
            </a:r>
          </a:p>
          <a:p>
            <a:pPr algn="ctr"/>
            <a:endParaRPr lang="en-IN" sz="1200" dirty="0"/>
          </a:p>
        </p:txBody>
      </p:sp>
      <p:sp>
        <p:nvSpPr>
          <p:cNvPr id="7" name="Rectangle: Rounded Corners 6">
            <a:extLst>
              <a:ext uri="{FF2B5EF4-FFF2-40B4-BE49-F238E27FC236}">
                <a16:creationId xmlns:a16="http://schemas.microsoft.com/office/drawing/2014/main" id="{3BEF6C02-E1AD-3ABC-F18B-B2AED1057B35}"/>
              </a:ext>
            </a:extLst>
          </p:cNvPr>
          <p:cNvSpPr/>
          <p:nvPr/>
        </p:nvSpPr>
        <p:spPr>
          <a:xfrm>
            <a:off x="6051877" y="4706081"/>
            <a:ext cx="4509654" cy="685800"/>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chemeClr val="accent6">
                    <a:lumMod val="75000"/>
                  </a:schemeClr>
                </a:solidFill>
              </a:rPr>
              <a:t># 4. Strip white spaces and unify case</a:t>
            </a:r>
          </a:p>
          <a:p>
            <a:pPr algn="ctr"/>
            <a:r>
              <a:rPr lang="en-IN" sz="1100" dirty="0">
                <a:solidFill>
                  <a:schemeClr val="tx1"/>
                </a:solidFill>
              </a:rPr>
              <a:t>df['</a:t>
            </a:r>
            <a:r>
              <a:rPr lang="en-IN" sz="1100" dirty="0" err="1">
                <a:solidFill>
                  <a:schemeClr val="tx1"/>
                </a:solidFill>
              </a:rPr>
              <a:t>Restaurant_Name</a:t>
            </a:r>
            <a:r>
              <a:rPr lang="en-IN" sz="1100" dirty="0">
                <a:solidFill>
                  <a:schemeClr val="tx1"/>
                </a:solidFill>
              </a:rPr>
              <a:t>'] = df['</a:t>
            </a:r>
            <a:r>
              <a:rPr lang="en-IN" sz="1100" dirty="0" err="1">
                <a:solidFill>
                  <a:schemeClr val="tx1"/>
                </a:solidFill>
              </a:rPr>
              <a:t>Restaurant_Name</a:t>
            </a:r>
            <a:r>
              <a:rPr lang="en-IN" sz="1100" dirty="0">
                <a:solidFill>
                  <a:schemeClr val="tx1"/>
                </a:solidFill>
              </a:rPr>
              <a:t>'].</a:t>
            </a:r>
            <a:r>
              <a:rPr lang="en-IN" sz="1100" dirty="0" err="1">
                <a:solidFill>
                  <a:schemeClr val="tx1"/>
                </a:solidFill>
              </a:rPr>
              <a:t>str.strip</a:t>
            </a:r>
            <a:r>
              <a:rPr lang="en-IN" sz="1100" dirty="0">
                <a:solidFill>
                  <a:schemeClr val="tx1"/>
                </a:solidFill>
              </a:rPr>
              <a:t>().</a:t>
            </a:r>
            <a:r>
              <a:rPr lang="en-IN" sz="1100" dirty="0" err="1">
                <a:solidFill>
                  <a:schemeClr val="tx1"/>
                </a:solidFill>
              </a:rPr>
              <a:t>str.title</a:t>
            </a:r>
            <a:r>
              <a:rPr lang="en-IN" sz="1100" dirty="0">
                <a:solidFill>
                  <a:schemeClr val="tx1"/>
                </a:solidFill>
              </a:rPr>
              <a:t>()</a:t>
            </a:r>
          </a:p>
          <a:p>
            <a:pPr algn="ctr"/>
            <a:r>
              <a:rPr lang="en-IN" sz="1100" dirty="0">
                <a:solidFill>
                  <a:schemeClr val="tx1"/>
                </a:solidFill>
              </a:rPr>
              <a:t>df['</a:t>
            </a:r>
            <a:r>
              <a:rPr lang="en-IN" sz="1100" dirty="0" err="1">
                <a:solidFill>
                  <a:schemeClr val="tx1"/>
                </a:solidFill>
              </a:rPr>
              <a:t>Food_Item</a:t>
            </a:r>
            <a:r>
              <a:rPr lang="en-IN" sz="1100" dirty="0">
                <a:solidFill>
                  <a:schemeClr val="tx1"/>
                </a:solidFill>
              </a:rPr>
              <a:t>'] = df['</a:t>
            </a:r>
            <a:r>
              <a:rPr lang="en-IN" sz="1100" dirty="0" err="1">
                <a:solidFill>
                  <a:schemeClr val="tx1"/>
                </a:solidFill>
              </a:rPr>
              <a:t>Food_Item</a:t>
            </a:r>
            <a:r>
              <a:rPr lang="en-IN" sz="1100" dirty="0">
                <a:solidFill>
                  <a:schemeClr val="tx1"/>
                </a:solidFill>
              </a:rPr>
              <a:t>'].</a:t>
            </a:r>
            <a:r>
              <a:rPr lang="en-IN" sz="1100" dirty="0" err="1">
                <a:solidFill>
                  <a:schemeClr val="tx1"/>
                </a:solidFill>
              </a:rPr>
              <a:t>str.strip</a:t>
            </a:r>
            <a:r>
              <a:rPr lang="en-IN" sz="1100" dirty="0">
                <a:solidFill>
                  <a:schemeClr val="tx1"/>
                </a:solidFill>
              </a:rPr>
              <a:t>().</a:t>
            </a:r>
            <a:r>
              <a:rPr lang="en-IN" sz="1100" dirty="0" err="1">
                <a:solidFill>
                  <a:schemeClr val="tx1"/>
                </a:solidFill>
              </a:rPr>
              <a:t>str.lower</a:t>
            </a:r>
            <a:r>
              <a:rPr lang="en-IN" sz="1100" dirty="0">
                <a:solidFill>
                  <a:schemeClr val="tx1"/>
                </a:solidFill>
              </a:rPr>
              <a:t>()</a:t>
            </a:r>
          </a:p>
          <a:p>
            <a:pPr algn="ctr"/>
            <a:endParaRPr lang="en-IN" sz="1100" dirty="0"/>
          </a:p>
        </p:txBody>
      </p:sp>
      <p:sp>
        <p:nvSpPr>
          <p:cNvPr id="8" name="Rectangle: Rounded Corners 7">
            <a:extLst>
              <a:ext uri="{FF2B5EF4-FFF2-40B4-BE49-F238E27FC236}">
                <a16:creationId xmlns:a16="http://schemas.microsoft.com/office/drawing/2014/main" id="{B01735D6-7321-ECC4-9961-784E4B04BB5C}"/>
              </a:ext>
            </a:extLst>
          </p:cNvPr>
          <p:cNvSpPr/>
          <p:nvPr/>
        </p:nvSpPr>
        <p:spPr>
          <a:xfrm>
            <a:off x="4515591" y="3381741"/>
            <a:ext cx="4509654" cy="685800"/>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chemeClr val="accent6">
                    <a:lumMod val="75000"/>
                  </a:schemeClr>
                </a:solidFill>
              </a:rPr>
              <a:t># 2. Handle missing values</a:t>
            </a:r>
          </a:p>
          <a:p>
            <a:pPr algn="ctr"/>
            <a:r>
              <a:rPr lang="en-IN" sz="1100" dirty="0">
                <a:solidFill>
                  <a:schemeClr val="tx1"/>
                </a:solidFill>
              </a:rPr>
              <a:t>df['Delivery_Time'].</a:t>
            </a:r>
            <a:r>
              <a:rPr lang="en-IN" sz="1100" dirty="0" err="1">
                <a:solidFill>
                  <a:schemeClr val="tx1"/>
                </a:solidFill>
              </a:rPr>
              <a:t>fillna</a:t>
            </a:r>
            <a:r>
              <a:rPr lang="en-IN" sz="1100" dirty="0">
                <a:solidFill>
                  <a:schemeClr val="tx1"/>
                </a:solidFill>
              </a:rPr>
              <a:t>(df['Delivery_Time'].median(), </a:t>
            </a:r>
            <a:r>
              <a:rPr lang="en-IN" sz="1100" dirty="0" err="1">
                <a:solidFill>
                  <a:schemeClr val="tx1"/>
                </a:solidFill>
              </a:rPr>
              <a:t>inplace</a:t>
            </a:r>
            <a:r>
              <a:rPr lang="en-IN" sz="1100" dirty="0">
                <a:solidFill>
                  <a:schemeClr val="tx1"/>
                </a:solidFill>
              </a:rPr>
              <a:t>=True)</a:t>
            </a:r>
          </a:p>
          <a:p>
            <a:pPr algn="ctr"/>
            <a:r>
              <a:rPr lang="en-IN" sz="1100" dirty="0" err="1">
                <a:solidFill>
                  <a:schemeClr val="tx1"/>
                </a:solidFill>
              </a:rPr>
              <a:t>df.dropna</a:t>
            </a:r>
            <a:r>
              <a:rPr lang="en-IN" sz="1100" dirty="0">
                <a:solidFill>
                  <a:schemeClr val="tx1"/>
                </a:solidFill>
              </a:rPr>
              <a:t>(subset=['</a:t>
            </a:r>
            <a:r>
              <a:rPr lang="en-IN" sz="1100" dirty="0" err="1">
                <a:solidFill>
                  <a:schemeClr val="tx1"/>
                </a:solidFill>
              </a:rPr>
              <a:t>Restaurant_Name</a:t>
            </a:r>
            <a:r>
              <a:rPr lang="en-IN" sz="1100" dirty="0">
                <a:solidFill>
                  <a:schemeClr val="tx1"/>
                </a:solidFill>
              </a:rPr>
              <a:t>', '</a:t>
            </a:r>
            <a:r>
              <a:rPr lang="en-IN" sz="1100" dirty="0" err="1">
                <a:solidFill>
                  <a:schemeClr val="tx1"/>
                </a:solidFill>
              </a:rPr>
              <a:t>Customer_Rating</a:t>
            </a:r>
            <a:r>
              <a:rPr lang="en-IN" sz="1100" dirty="0">
                <a:solidFill>
                  <a:schemeClr val="tx1"/>
                </a:solidFill>
              </a:rPr>
              <a:t>'], </a:t>
            </a:r>
            <a:r>
              <a:rPr lang="en-IN" sz="1100" dirty="0" err="1">
                <a:solidFill>
                  <a:schemeClr val="tx1"/>
                </a:solidFill>
              </a:rPr>
              <a:t>inplace</a:t>
            </a:r>
            <a:r>
              <a:rPr lang="en-IN" sz="1100" dirty="0">
                <a:solidFill>
                  <a:schemeClr val="tx1"/>
                </a:solidFill>
              </a:rPr>
              <a:t>=True)</a:t>
            </a:r>
          </a:p>
        </p:txBody>
      </p:sp>
      <p:sp>
        <p:nvSpPr>
          <p:cNvPr id="9" name="Rectangle: Rounded Corners 8">
            <a:extLst>
              <a:ext uri="{FF2B5EF4-FFF2-40B4-BE49-F238E27FC236}">
                <a16:creationId xmlns:a16="http://schemas.microsoft.com/office/drawing/2014/main" id="{F0595A8C-006C-82AC-1D48-F83E49DDA07E}"/>
              </a:ext>
            </a:extLst>
          </p:cNvPr>
          <p:cNvSpPr/>
          <p:nvPr/>
        </p:nvSpPr>
        <p:spPr>
          <a:xfrm>
            <a:off x="429914" y="5348791"/>
            <a:ext cx="4509654" cy="887809"/>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chemeClr val="accent6">
                    <a:lumMod val="75000"/>
                  </a:schemeClr>
                </a:solidFill>
              </a:rPr>
              <a:t># 5. Remove outliers in delivery time</a:t>
            </a:r>
          </a:p>
          <a:p>
            <a:r>
              <a:rPr lang="en-IN" sz="1400" dirty="0">
                <a:solidFill>
                  <a:schemeClr val="accent6">
                    <a:lumMod val="75000"/>
                  </a:schemeClr>
                </a:solidFill>
              </a:rPr>
              <a:t>                </a:t>
            </a:r>
            <a:r>
              <a:rPr lang="en-IN" sz="1100" dirty="0">
                <a:solidFill>
                  <a:schemeClr val="tx1"/>
                </a:solidFill>
              </a:rPr>
              <a:t>from </a:t>
            </a:r>
            <a:r>
              <a:rPr lang="en-IN" sz="1100" dirty="0" err="1">
                <a:solidFill>
                  <a:schemeClr val="tx1"/>
                </a:solidFill>
              </a:rPr>
              <a:t>scipy</a:t>
            </a:r>
            <a:r>
              <a:rPr lang="en-IN" sz="1100" dirty="0">
                <a:solidFill>
                  <a:schemeClr val="tx1"/>
                </a:solidFill>
              </a:rPr>
              <a:t> import stats</a:t>
            </a:r>
          </a:p>
          <a:p>
            <a:pPr algn="ctr"/>
            <a:r>
              <a:rPr lang="en-IN" sz="1100" dirty="0">
                <a:solidFill>
                  <a:schemeClr val="tx1"/>
                </a:solidFill>
              </a:rPr>
              <a:t>df = df[(</a:t>
            </a:r>
            <a:r>
              <a:rPr lang="en-IN" sz="1100" dirty="0" err="1">
                <a:solidFill>
                  <a:schemeClr val="tx1"/>
                </a:solidFill>
              </a:rPr>
              <a:t>np.abs</a:t>
            </a:r>
            <a:r>
              <a:rPr lang="en-IN" sz="1100" dirty="0">
                <a:solidFill>
                  <a:schemeClr val="tx1"/>
                </a:solidFill>
              </a:rPr>
              <a:t>(</a:t>
            </a:r>
            <a:r>
              <a:rPr lang="en-IN" sz="1100" dirty="0" err="1">
                <a:solidFill>
                  <a:schemeClr val="tx1"/>
                </a:solidFill>
              </a:rPr>
              <a:t>stats.zscore</a:t>
            </a:r>
            <a:r>
              <a:rPr lang="en-IN" sz="1100" dirty="0">
                <a:solidFill>
                  <a:schemeClr val="tx1"/>
                </a:solidFill>
              </a:rPr>
              <a:t>(df['Delivery_Time'])) &lt; 3)]</a:t>
            </a:r>
          </a:p>
        </p:txBody>
      </p:sp>
    </p:spTree>
    <p:extLst>
      <p:ext uri="{BB962C8B-B14F-4D97-AF65-F5344CB8AC3E}">
        <p14:creationId xmlns:p14="http://schemas.microsoft.com/office/powerpoint/2010/main" val="1614621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E18F-EA77-1395-C1B2-9B0D8D78AD9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D3F5DA-2DDC-6895-F370-C6E78F028C52}"/>
              </a:ext>
            </a:extLst>
          </p:cNvPr>
          <p:cNvSpPr>
            <a:spLocks noGrp="1"/>
          </p:cNvSpPr>
          <p:nvPr>
            <p:ph type="title"/>
          </p:nvPr>
        </p:nvSpPr>
        <p:spPr>
          <a:xfrm>
            <a:off x="2082800" y="562928"/>
            <a:ext cx="8061960" cy="770983"/>
          </a:xfrm>
        </p:spPr>
        <p:txBody>
          <a:bodyPr>
            <a:noAutofit/>
          </a:bodyPr>
          <a:lstStyle/>
          <a:p>
            <a:br>
              <a:rPr lang="en-IN" altLang="en-US" sz="4800" dirty="0">
                <a:solidFill>
                  <a:schemeClr val="accent1">
                    <a:lumMod val="75000"/>
                  </a:schemeClr>
                </a:solidFill>
                <a:latin typeface="Modern No. 20" panose="02070704070505020303" pitchFamily="18" charset="0"/>
              </a:rPr>
            </a:br>
            <a:r>
              <a:rPr lang="en-IN" altLang="en-US" sz="4800" dirty="0">
                <a:solidFill>
                  <a:schemeClr val="accent1">
                    <a:lumMod val="75000"/>
                  </a:schemeClr>
                </a:solidFill>
                <a:latin typeface="Modern No. 20" panose="02070704070505020303" pitchFamily="18" charset="0"/>
              </a:rPr>
              <a:t>DATA GROUPING</a:t>
            </a:r>
          </a:p>
        </p:txBody>
      </p:sp>
      <p:sp>
        <p:nvSpPr>
          <p:cNvPr id="6" name="Content Placeholder 5">
            <a:extLst>
              <a:ext uri="{FF2B5EF4-FFF2-40B4-BE49-F238E27FC236}">
                <a16:creationId xmlns:a16="http://schemas.microsoft.com/office/drawing/2014/main" id="{0EFEE110-BA8E-C3D2-EE19-16D8DCF8EEA4}"/>
              </a:ext>
            </a:extLst>
          </p:cNvPr>
          <p:cNvSpPr>
            <a:spLocks noGrp="1"/>
          </p:cNvSpPr>
          <p:nvPr>
            <p:ph idx="1"/>
          </p:nvPr>
        </p:nvSpPr>
        <p:spPr>
          <a:xfrm>
            <a:off x="188789" y="1364550"/>
            <a:ext cx="11511280" cy="4961161"/>
          </a:xfrm>
        </p:spPr>
        <p:txBody>
          <a:bodyPr>
            <a:normAutofit/>
          </a:bodyPr>
          <a:lstStyle/>
          <a:p>
            <a:pPr defTabSz="1828434">
              <a:spcBef>
                <a:spcPts val="0"/>
              </a:spcBef>
              <a:defRPr/>
            </a:pPr>
            <a:r>
              <a:rPr lang="en-US" altLang="en-US" dirty="0">
                <a:solidFill>
                  <a:schemeClr val="tx2"/>
                </a:solidFill>
                <a:cs typeface="Montserrat Light" panose="00000400000000000000" pitchFamily="2" charset="0"/>
              </a:rPr>
              <a:t>Data grouping in a food delivery analysis project involves organizing the dataset into meaningful categories or clusters to facilitate deeper insights and efficient analysis. Typically, this process is done using SQL or data analysis tools like Python, Excel etc. Grouping can be based on various attributes such as cuisine type, restaurant, customer demographics, order date, region, delivery person, or order status.</a:t>
            </a:r>
            <a:endParaRPr lang="en-IN" altLang="en-US" dirty="0">
              <a:solidFill>
                <a:schemeClr val="tx2"/>
              </a:solidFill>
              <a:cs typeface="Montserrat Light" panose="00000400000000000000" pitchFamily="2" charset="0"/>
            </a:endParaRPr>
          </a:p>
        </p:txBody>
      </p:sp>
      <p:sp>
        <p:nvSpPr>
          <p:cNvPr id="37" name="Slide Number Placeholder 36">
            <a:extLst>
              <a:ext uri="{FF2B5EF4-FFF2-40B4-BE49-F238E27FC236}">
                <a16:creationId xmlns:a16="http://schemas.microsoft.com/office/drawing/2014/main" id="{0C84203B-94E3-432D-1978-CD6D1A24E691}"/>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11</a:t>
            </a:fld>
            <a:endParaRPr lang="en-US" noProof="0" dirty="0"/>
          </a:p>
        </p:txBody>
      </p:sp>
      <p:grpSp>
        <p:nvGrpSpPr>
          <p:cNvPr id="38" name="Graphic 185">
            <a:extLst>
              <a:ext uri="{FF2B5EF4-FFF2-40B4-BE49-F238E27FC236}">
                <a16:creationId xmlns:a16="http://schemas.microsoft.com/office/drawing/2014/main" id="{2A2EF2F5-0FCE-2463-965D-56563C808BDC}"/>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B23B8410-1F8C-E72F-33E4-EE097442E20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0B57FCEE-3DCA-796C-BF94-2812845296D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7DD81295-4F3F-A66F-D2EE-143EFFB3F46D}"/>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C165E9F3-4EEC-917C-0EE4-CCA349DD3CEF}"/>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C553E050-C951-7BCE-7193-2E341F2B5C5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 name="Rectangle 1">
            <a:extLst>
              <a:ext uri="{FF2B5EF4-FFF2-40B4-BE49-F238E27FC236}">
                <a16:creationId xmlns:a16="http://schemas.microsoft.com/office/drawing/2014/main" id="{941FA359-B46D-1453-3C9C-1165D24DF054}"/>
              </a:ext>
            </a:extLst>
          </p:cNvPr>
          <p:cNvSpPr/>
          <p:nvPr/>
        </p:nvSpPr>
        <p:spPr>
          <a:xfrm>
            <a:off x="188789" y="2881798"/>
            <a:ext cx="4333009" cy="1094403"/>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dirty="0">
              <a:solidFill>
                <a:schemeClr val="tx1"/>
              </a:solidFill>
            </a:endParaRPr>
          </a:p>
          <a:p>
            <a:pPr algn="ctr"/>
            <a:endParaRPr lang="en-IN" sz="1000" dirty="0">
              <a:solidFill>
                <a:schemeClr val="tx1"/>
              </a:solidFill>
            </a:endParaRPr>
          </a:p>
          <a:p>
            <a:r>
              <a:rPr lang="en-IN" sz="1100" dirty="0">
                <a:solidFill>
                  <a:schemeClr val="accent6">
                    <a:lumMod val="75000"/>
                  </a:schemeClr>
                </a:solidFill>
              </a:rPr>
              <a:t>#Group by Delivery partner average time and order count</a:t>
            </a:r>
          </a:p>
          <a:p>
            <a:pPr algn="ctr"/>
            <a:r>
              <a:rPr lang="en-IN" sz="1000" dirty="0">
                <a:solidFill>
                  <a:schemeClr val="tx1"/>
                </a:solidFill>
              </a:rPr>
              <a:t>grouped = </a:t>
            </a:r>
            <a:r>
              <a:rPr lang="en-IN" sz="1000" dirty="0" err="1">
                <a:solidFill>
                  <a:schemeClr val="tx1"/>
                </a:solidFill>
              </a:rPr>
              <a:t>df.groupby</a:t>
            </a:r>
            <a:r>
              <a:rPr lang="en-IN" sz="1000" dirty="0">
                <a:solidFill>
                  <a:schemeClr val="tx1"/>
                </a:solidFill>
              </a:rPr>
              <a:t>('Delivery Partner').agg({'Delivery Time (mins)': 'mean', 'Order ID': 'count'}).rename(columns={</a:t>
            </a:r>
          </a:p>
          <a:p>
            <a:pPr algn="ctr"/>
            <a:r>
              <a:rPr lang="en-IN" sz="1000" dirty="0">
                <a:solidFill>
                  <a:schemeClr val="tx1"/>
                </a:solidFill>
              </a:rPr>
              <a:t> 'Delivery Time (mins)': '</a:t>
            </a:r>
            <a:r>
              <a:rPr lang="en-IN" sz="1000" dirty="0" err="1">
                <a:solidFill>
                  <a:schemeClr val="tx1"/>
                </a:solidFill>
              </a:rPr>
              <a:t>Avg</a:t>
            </a:r>
            <a:r>
              <a:rPr lang="en-IN" sz="1000" dirty="0">
                <a:solidFill>
                  <a:schemeClr val="tx1"/>
                </a:solidFill>
              </a:rPr>
              <a:t> Delivery Time',</a:t>
            </a:r>
          </a:p>
          <a:p>
            <a:pPr algn="ctr"/>
            <a:r>
              <a:rPr lang="en-IN" sz="1000" dirty="0">
                <a:solidFill>
                  <a:schemeClr val="tx1"/>
                </a:solidFill>
              </a:rPr>
              <a:t>    'Order ID': 'Total Orders'</a:t>
            </a:r>
          </a:p>
          <a:p>
            <a:pPr algn="ctr"/>
            <a:r>
              <a:rPr lang="en-IN" sz="1000" dirty="0">
                <a:solidFill>
                  <a:schemeClr val="tx1"/>
                </a:solidFill>
              </a:rPr>
              <a:t>})</a:t>
            </a:r>
          </a:p>
          <a:p>
            <a:pPr algn="ctr"/>
            <a:endParaRPr lang="en-IN" sz="1000" dirty="0">
              <a:solidFill>
                <a:schemeClr val="tx1"/>
              </a:solidFill>
            </a:endParaRPr>
          </a:p>
        </p:txBody>
      </p:sp>
      <p:sp>
        <p:nvSpPr>
          <p:cNvPr id="4" name="Rectangle 3">
            <a:extLst>
              <a:ext uri="{FF2B5EF4-FFF2-40B4-BE49-F238E27FC236}">
                <a16:creationId xmlns:a16="http://schemas.microsoft.com/office/drawing/2014/main" id="{48DEE634-753C-2DAD-835D-85A28601120B}"/>
              </a:ext>
            </a:extLst>
          </p:cNvPr>
          <p:cNvSpPr/>
          <p:nvPr/>
        </p:nvSpPr>
        <p:spPr>
          <a:xfrm>
            <a:off x="5032893" y="3700842"/>
            <a:ext cx="6320905" cy="550718"/>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accent6">
                    <a:lumMod val="75000"/>
                  </a:schemeClr>
                </a:solidFill>
              </a:rPr>
              <a:t>#Group by city-Total orders per city</a:t>
            </a:r>
          </a:p>
          <a:p>
            <a:pPr algn="ctr"/>
            <a:r>
              <a:rPr lang="en-US" sz="1200" dirty="0" err="1">
                <a:solidFill>
                  <a:schemeClr val="tx1"/>
                </a:solidFill>
              </a:rPr>
              <a:t>orders_by_city</a:t>
            </a:r>
            <a:r>
              <a:rPr lang="en-US" sz="1200" dirty="0">
                <a:solidFill>
                  <a:schemeClr val="tx1"/>
                </a:solidFill>
              </a:rPr>
              <a:t> = df.groupby('City')['Order ID'].count().</a:t>
            </a:r>
            <a:r>
              <a:rPr lang="en-US" sz="1200" dirty="0" err="1">
                <a:solidFill>
                  <a:schemeClr val="tx1"/>
                </a:solidFill>
              </a:rPr>
              <a:t>reset_index</a:t>
            </a:r>
            <a:r>
              <a:rPr lang="en-US" sz="1200" dirty="0">
                <a:solidFill>
                  <a:schemeClr val="tx1"/>
                </a:solidFill>
              </a:rPr>
              <a:t>(name='Total Orders')</a:t>
            </a:r>
          </a:p>
          <a:p>
            <a:pPr algn="ctr"/>
            <a:endParaRPr lang="en-IN" sz="1200" dirty="0">
              <a:solidFill>
                <a:schemeClr val="tx1"/>
              </a:solidFill>
            </a:endParaRPr>
          </a:p>
        </p:txBody>
      </p:sp>
      <p:sp>
        <p:nvSpPr>
          <p:cNvPr id="7" name="Rectangle 6">
            <a:extLst>
              <a:ext uri="{FF2B5EF4-FFF2-40B4-BE49-F238E27FC236}">
                <a16:creationId xmlns:a16="http://schemas.microsoft.com/office/drawing/2014/main" id="{DA9FC5CA-A730-0C07-A44C-57937A25160B}"/>
              </a:ext>
            </a:extLst>
          </p:cNvPr>
          <p:cNvSpPr/>
          <p:nvPr/>
        </p:nvSpPr>
        <p:spPr>
          <a:xfrm>
            <a:off x="188789" y="4360636"/>
            <a:ext cx="4478483" cy="52688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ln w="0"/>
                <a:solidFill>
                  <a:schemeClr val="accent6">
                    <a:lumMod val="75000"/>
                  </a:schemeClr>
                </a:solidFill>
                <a:effectLst>
                  <a:outerShdw blurRad="38100" dist="19050" dir="2700000" algn="tl" rotWithShape="0">
                    <a:schemeClr val="dk1">
                      <a:alpha val="40000"/>
                    </a:schemeClr>
                  </a:outerShdw>
                </a:effectLst>
              </a:rPr>
              <a:t>#Group by city and partner average delivery time</a:t>
            </a:r>
          </a:p>
          <a:p>
            <a:pPr algn="ctr"/>
            <a:r>
              <a:rPr lang="en-US" sz="1000" dirty="0" err="1">
                <a:ln w="0"/>
                <a:solidFill>
                  <a:schemeClr val="tx1"/>
                </a:solidFill>
                <a:effectLst>
                  <a:outerShdw blurRad="38100" dist="19050" dir="2700000" algn="tl" rotWithShape="0">
                    <a:schemeClr val="dk1">
                      <a:alpha val="40000"/>
                    </a:schemeClr>
                  </a:outerShdw>
                </a:effectLst>
              </a:rPr>
              <a:t>city_partner_time</a:t>
            </a:r>
            <a:r>
              <a:rPr lang="en-US" sz="1000" dirty="0">
                <a:ln w="0"/>
                <a:solidFill>
                  <a:schemeClr val="tx1"/>
                </a:solidFill>
                <a:effectLst>
                  <a:outerShdw blurRad="38100" dist="19050" dir="2700000" algn="tl" rotWithShape="0">
                    <a:schemeClr val="dk1">
                      <a:alpha val="40000"/>
                    </a:schemeClr>
                  </a:outerShdw>
                </a:effectLst>
              </a:rPr>
              <a:t> = df.groupby(['City', 'Delivery Partner'])['Delivery Time (mins)'].mean().</a:t>
            </a:r>
            <a:r>
              <a:rPr lang="en-US" sz="1000" dirty="0" err="1">
                <a:ln w="0"/>
                <a:solidFill>
                  <a:schemeClr val="tx1"/>
                </a:solidFill>
                <a:effectLst>
                  <a:outerShdw blurRad="38100" dist="19050" dir="2700000" algn="tl" rotWithShape="0">
                    <a:schemeClr val="dk1">
                      <a:alpha val="40000"/>
                    </a:schemeClr>
                  </a:outerShdw>
                </a:effectLst>
              </a:rPr>
              <a:t>reset_index</a:t>
            </a:r>
            <a:r>
              <a:rPr lang="en-US" sz="1000" dirty="0">
                <a:ln w="0"/>
                <a:solidFill>
                  <a:schemeClr val="tx1"/>
                </a:solidFill>
                <a:effectLst>
                  <a:outerShdw blurRad="38100" dist="19050" dir="2700000" algn="tl" rotWithShape="0">
                    <a:schemeClr val="dk1">
                      <a:alpha val="40000"/>
                    </a:schemeClr>
                  </a:outerShdw>
                </a:effectLst>
              </a:rPr>
              <a:t>()</a:t>
            </a:r>
          </a:p>
        </p:txBody>
      </p:sp>
      <p:sp>
        <p:nvSpPr>
          <p:cNvPr id="8" name="Rectangle 7">
            <a:extLst>
              <a:ext uri="{FF2B5EF4-FFF2-40B4-BE49-F238E27FC236}">
                <a16:creationId xmlns:a16="http://schemas.microsoft.com/office/drawing/2014/main" id="{F0E812C1-2C9D-7269-E43E-6F74103D56F0}"/>
              </a:ext>
            </a:extLst>
          </p:cNvPr>
          <p:cNvSpPr/>
          <p:nvPr/>
        </p:nvSpPr>
        <p:spPr>
          <a:xfrm>
            <a:off x="5285488" y="4782960"/>
            <a:ext cx="4478483" cy="59440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ln w="0"/>
                <a:solidFill>
                  <a:schemeClr val="accent6">
                    <a:lumMod val="75000"/>
                  </a:schemeClr>
                </a:solidFill>
                <a:effectLst>
                  <a:outerShdw blurRad="38100" dist="19050" dir="2700000" algn="tl" rotWithShape="0">
                    <a:schemeClr val="dk1">
                      <a:alpha val="40000"/>
                    </a:schemeClr>
                  </a:outerShdw>
                </a:effectLst>
              </a:rPr>
              <a:t># Assuming df has a 'Order Time' column in datetime format</a:t>
            </a:r>
          </a:p>
          <a:p>
            <a:pPr algn="ctr"/>
            <a:r>
              <a:rPr lang="en-IN" sz="1000" dirty="0">
                <a:ln w="0"/>
                <a:solidFill>
                  <a:schemeClr val="tx1"/>
                </a:solidFill>
                <a:effectLst>
                  <a:outerShdw blurRad="38100" dist="19050" dir="2700000" algn="tl" rotWithShape="0">
                    <a:schemeClr val="dk1">
                      <a:alpha val="40000"/>
                    </a:schemeClr>
                  </a:outerShdw>
                </a:effectLst>
              </a:rPr>
              <a:t>df['Hour'] = </a:t>
            </a:r>
            <a:r>
              <a:rPr lang="en-IN" sz="1000" dirty="0" err="1">
                <a:ln w="0"/>
                <a:solidFill>
                  <a:schemeClr val="tx1"/>
                </a:solidFill>
                <a:effectLst>
                  <a:outerShdw blurRad="38100" dist="19050" dir="2700000" algn="tl" rotWithShape="0">
                    <a:schemeClr val="dk1">
                      <a:alpha val="40000"/>
                    </a:schemeClr>
                  </a:outerShdw>
                </a:effectLst>
              </a:rPr>
              <a:t>pd.to_datetime</a:t>
            </a:r>
            <a:r>
              <a:rPr lang="en-IN" sz="1000" dirty="0">
                <a:ln w="0"/>
                <a:solidFill>
                  <a:schemeClr val="tx1"/>
                </a:solidFill>
                <a:effectLst>
                  <a:outerShdw blurRad="38100" dist="19050" dir="2700000" algn="tl" rotWithShape="0">
                    <a:schemeClr val="dk1">
                      <a:alpha val="40000"/>
                    </a:schemeClr>
                  </a:outerShdw>
                </a:effectLst>
              </a:rPr>
              <a:t>(df['Order Time']).</a:t>
            </a:r>
            <a:r>
              <a:rPr lang="en-IN" sz="1000" dirty="0" err="1">
                <a:ln w="0"/>
                <a:solidFill>
                  <a:schemeClr val="tx1"/>
                </a:solidFill>
                <a:effectLst>
                  <a:outerShdw blurRad="38100" dist="19050" dir="2700000" algn="tl" rotWithShape="0">
                    <a:schemeClr val="dk1">
                      <a:alpha val="40000"/>
                    </a:schemeClr>
                  </a:outerShdw>
                </a:effectLst>
              </a:rPr>
              <a:t>dt.hour</a:t>
            </a:r>
            <a:endParaRPr lang="en-IN" sz="1000" dirty="0">
              <a:ln w="0"/>
              <a:solidFill>
                <a:schemeClr val="tx1"/>
              </a:solidFill>
              <a:effectLst>
                <a:outerShdw blurRad="38100" dist="19050" dir="2700000" algn="tl" rotWithShape="0">
                  <a:schemeClr val="dk1">
                    <a:alpha val="40000"/>
                  </a:schemeClr>
                </a:outerShdw>
              </a:effectLst>
            </a:endParaRPr>
          </a:p>
          <a:p>
            <a:pPr algn="ctr"/>
            <a:r>
              <a:rPr lang="en-IN" sz="1000" dirty="0" err="1">
                <a:ln w="0"/>
                <a:solidFill>
                  <a:schemeClr val="tx1"/>
                </a:solidFill>
                <a:effectLst>
                  <a:outerShdw blurRad="38100" dist="19050" dir="2700000" algn="tl" rotWithShape="0">
                    <a:schemeClr val="dk1">
                      <a:alpha val="40000"/>
                    </a:schemeClr>
                  </a:outerShdw>
                </a:effectLst>
              </a:rPr>
              <a:t>orders_per_hour</a:t>
            </a:r>
            <a:r>
              <a:rPr lang="en-IN" sz="1000" dirty="0">
                <a:ln w="0"/>
                <a:solidFill>
                  <a:schemeClr val="tx1"/>
                </a:solidFill>
                <a:effectLst>
                  <a:outerShdw blurRad="38100" dist="19050" dir="2700000" algn="tl" rotWithShape="0">
                    <a:schemeClr val="dk1">
                      <a:alpha val="40000"/>
                    </a:schemeClr>
                  </a:outerShdw>
                </a:effectLst>
              </a:rPr>
              <a:t> = </a:t>
            </a:r>
            <a:r>
              <a:rPr lang="en-IN" sz="1000" dirty="0" err="1">
                <a:ln w="0"/>
                <a:solidFill>
                  <a:schemeClr val="tx1"/>
                </a:solidFill>
                <a:effectLst>
                  <a:outerShdw blurRad="38100" dist="19050" dir="2700000" algn="tl" rotWithShape="0">
                    <a:schemeClr val="dk1">
                      <a:alpha val="40000"/>
                    </a:schemeClr>
                  </a:outerShdw>
                </a:effectLst>
              </a:rPr>
              <a:t>df.groupby</a:t>
            </a:r>
            <a:r>
              <a:rPr lang="en-IN" sz="1000" dirty="0">
                <a:ln w="0"/>
                <a:solidFill>
                  <a:schemeClr val="tx1"/>
                </a:solidFill>
                <a:effectLst>
                  <a:outerShdw blurRad="38100" dist="19050" dir="2700000" algn="tl" rotWithShape="0">
                    <a:schemeClr val="dk1">
                      <a:alpha val="40000"/>
                    </a:schemeClr>
                  </a:outerShdw>
                </a:effectLst>
              </a:rPr>
              <a:t>('Hour')['Order ID'].count().</a:t>
            </a:r>
            <a:r>
              <a:rPr lang="en-IN" sz="1000" dirty="0" err="1">
                <a:ln w="0"/>
                <a:solidFill>
                  <a:schemeClr val="tx1"/>
                </a:solidFill>
                <a:effectLst>
                  <a:outerShdw blurRad="38100" dist="19050" dir="2700000" algn="tl" rotWithShape="0">
                    <a:schemeClr val="dk1">
                      <a:alpha val="40000"/>
                    </a:schemeClr>
                  </a:outerShdw>
                </a:effectLst>
              </a:rPr>
              <a:t>reset_index</a:t>
            </a:r>
            <a:r>
              <a:rPr lang="en-IN" sz="1000" dirty="0">
                <a:ln w="0"/>
                <a:solidFill>
                  <a:schemeClr val="tx1"/>
                </a:solidFill>
                <a:effectLst>
                  <a:outerShdw blurRad="38100" dist="19050" dir="2700000" algn="tl" rotWithShape="0">
                    <a:schemeClr val="dk1">
                      <a:alpha val="40000"/>
                    </a:schemeClr>
                  </a:outerShdw>
                </a:effectLst>
              </a:rPr>
              <a:t>(name='Orders')</a:t>
            </a:r>
          </a:p>
        </p:txBody>
      </p:sp>
      <p:sp>
        <p:nvSpPr>
          <p:cNvPr id="11" name="Rectangle 10">
            <a:extLst>
              <a:ext uri="{FF2B5EF4-FFF2-40B4-BE49-F238E27FC236}">
                <a16:creationId xmlns:a16="http://schemas.microsoft.com/office/drawing/2014/main" id="{E92B2B52-70ED-8CD8-0154-DCA365416AD0}"/>
              </a:ext>
            </a:extLst>
          </p:cNvPr>
          <p:cNvSpPr/>
          <p:nvPr/>
        </p:nvSpPr>
        <p:spPr>
          <a:xfrm>
            <a:off x="394855" y="5455227"/>
            <a:ext cx="4126943" cy="526880"/>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accent6">
                    <a:lumMod val="50000"/>
                  </a:schemeClr>
                </a:solidFill>
              </a:rPr>
              <a:t># Assuming df has 'Food Item' and 'Quantity' columns</a:t>
            </a:r>
          </a:p>
          <a:p>
            <a:pPr algn="ctr"/>
            <a:r>
              <a:rPr lang="en-US" sz="1100" dirty="0" err="1">
                <a:solidFill>
                  <a:schemeClr val="tx1"/>
                </a:solidFill>
              </a:rPr>
              <a:t>item_sales</a:t>
            </a:r>
            <a:r>
              <a:rPr lang="en-US" sz="1100" dirty="0">
                <a:solidFill>
                  <a:schemeClr val="tx1"/>
                </a:solidFill>
              </a:rPr>
              <a:t> = df.groupby('Food Item')['Quantity'].sum().</a:t>
            </a:r>
            <a:r>
              <a:rPr lang="en-US" sz="1100" dirty="0" err="1">
                <a:solidFill>
                  <a:schemeClr val="tx1"/>
                </a:solidFill>
              </a:rPr>
              <a:t>reset_index</a:t>
            </a:r>
            <a:r>
              <a:rPr lang="en-US" sz="1100" dirty="0">
                <a:solidFill>
                  <a:schemeClr val="tx1"/>
                </a:solidFill>
              </a:rPr>
              <a:t>()</a:t>
            </a:r>
          </a:p>
        </p:txBody>
      </p:sp>
      <p:sp>
        <p:nvSpPr>
          <p:cNvPr id="12" name="Rectangle 11">
            <a:extLst>
              <a:ext uri="{FF2B5EF4-FFF2-40B4-BE49-F238E27FC236}">
                <a16:creationId xmlns:a16="http://schemas.microsoft.com/office/drawing/2014/main" id="{8F94C419-B3FE-7BF8-3095-3D4545434CD2}"/>
              </a:ext>
            </a:extLst>
          </p:cNvPr>
          <p:cNvSpPr/>
          <p:nvPr/>
        </p:nvSpPr>
        <p:spPr>
          <a:xfrm>
            <a:off x="5527964" y="5649598"/>
            <a:ext cx="4616796" cy="85511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accent6">
                    <a:lumMod val="75000"/>
                  </a:schemeClr>
                </a:solidFill>
              </a:rPr>
              <a:t># Assuming 'Customer Type' and 'Total Price' columns</a:t>
            </a:r>
          </a:p>
          <a:p>
            <a:pPr algn="ctr"/>
            <a:r>
              <a:rPr lang="en-IN" sz="1100" dirty="0" err="1">
                <a:solidFill>
                  <a:schemeClr val="tx1"/>
                </a:solidFill>
              </a:rPr>
              <a:t>customer_analysis</a:t>
            </a:r>
            <a:r>
              <a:rPr lang="en-IN" sz="1100" dirty="0">
                <a:solidFill>
                  <a:schemeClr val="tx1"/>
                </a:solidFill>
              </a:rPr>
              <a:t> = </a:t>
            </a:r>
            <a:r>
              <a:rPr lang="en-IN" sz="1100" dirty="0" err="1">
                <a:solidFill>
                  <a:schemeClr val="tx1"/>
                </a:solidFill>
              </a:rPr>
              <a:t>df.groupby</a:t>
            </a:r>
            <a:r>
              <a:rPr lang="en-IN" sz="1100" dirty="0">
                <a:solidFill>
                  <a:schemeClr val="tx1"/>
                </a:solidFill>
              </a:rPr>
              <a:t>('Customer Type').agg({</a:t>
            </a:r>
          </a:p>
          <a:p>
            <a:pPr algn="ctr"/>
            <a:r>
              <a:rPr lang="en-IN" sz="1100" dirty="0">
                <a:solidFill>
                  <a:schemeClr val="tx1"/>
                </a:solidFill>
              </a:rPr>
              <a:t>    'Total Price': 'mean',</a:t>
            </a:r>
          </a:p>
          <a:p>
            <a:pPr algn="ctr"/>
            <a:r>
              <a:rPr lang="en-IN" sz="1100" dirty="0">
                <a:solidFill>
                  <a:schemeClr val="tx1"/>
                </a:solidFill>
              </a:rPr>
              <a:t>    'Order ID': 'count'</a:t>
            </a:r>
          </a:p>
          <a:p>
            <a:pPr algn="ctr"/>
            <a:r>
              <a:rPr lang="en-IN" sz="1100" dirty="0">
                <a:solidFill>
                  <a:schemeClr val="tx1"/>
                </a:solidFill>
              </a:rPr>
              <a:t>}).rename(columns={'Total Price': '</a:t>
            </a:r>
            <a:r>
              <a:rPr lang="en-IN" sz="1100" dirty="0" err="1">
                <a:solidFill>
                  <a:schemeClr val="tx1"/>
                </a:solidFill>
              </a:rPr>
              <a:t>Avg</a:t>
            </a:r>
            <a:r>
              <a:rPr lang="en-IN" sz="1100" dirty="0">
                <a:solidFill>
                  <a:schemeClr val="tx1"/>
                </a:solidFill>
              </a:rPr>
              <a:t> Spend', 'Order ID': 'Orders'})</a:t>
            </a:r>
          </a:p>
        </p:txBody>
      </p:sp>
    </p:spTree>
    <p:extLst>
      <p:ext uri="{BB962C8B-B14F-4D97-AF65-F5344CB8AC3E}">
        <p14:creationId xmlns:p14="http://schemas.microsoft.com/office/powerpoint/2010/main" val="3658522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40F85-07FD-CB37-5C84-3DA1A84108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8802FC-6763-3B4F-B582-9204393DC384}"/>
              </a:ext>
            </a:extLst>
          </p:cNvPr>
          <p:cNvSpPr>
            <a:spLocks noGrp="1"/>
          </p:cNvSpPr>
          <p:nvPr>
            <p:ph type="title"/>
          </p:nvPr>
        </p:nvSpPr>
        <p:spPr>
          <a:xfrm>
            <a:off x="2377440" y="136525"/>
            <a:ext cx="7559040" cy="950595"/>
          </a:xfrm>
        </p:spPr>
        <p:txBody>
          <a:bodyPr>
            <a:noAutofit/>
          </a:bodyPr>
          <a:lstStyle/>
          <a:p>
            <a:br>
              <a:rPr lang="en-IN" altLang="en-US" sz="4800" dirty="0">
                <a:solidFill>
                  <a:schemeClr val="accent1">
                    <a:lumMod val="75000"/>
                  </a:schemeClr>
                </a:solidFill>
                <a:latin typeface="Modern No. 20" panose="02070704070505020303" pitchFamily="18" charset="0"/>
              </a:rPr>
            </a:br>
            <a:br>
              <a:rPr lang="en-IN" altLang="en-US" sz="4800" dirty="0">
                <a:solidFill>
                  <a:schemeClr val="accent1">
                    <a:lumMod val="75000"/>
                  </a:schemeClr>
                </a:solidFill>
                <a:latin typeface="Modern No. 20" panose="02070704070505020303" pitchFamily="18" charset="0"/>
              </a:rPr>
            </a:br>
            <a:r>
              <a:rPr lang="en-IN" altLang="en-US" sz="4800" dirty="0">
                <a:solidFill>
                  <a:schemeClr val="accent1">
                    <a:lumMod val="75000"/>
                  </a:schemeClr>
                </a:solidFill>
                <a:latin typeface="Modern No. 20" panose="02070704070505020303" pitchFamily="18" charset="0"/>
              </a:rPr>
              <a:t>DATA VISUALISATION</a:t>
            </a:r>
          </a:p>
        </p:txBody>
      </p:sp>
      <p:sp>
        <p:nvSpPr>
          <p:cNvPr id="6" name="Content Placeholder 5">
            <a:extLst>
              <a:ext uri="{FF2B5EF4-FFF2-40B4-BE49-F238E27FC236}">
                <a16:creationId xmlns:a16="http://schemas.microsoft.com/office/drawing/2014/main" id="{4A4245CE-623E-1F96-991C-2C41B523DABB}"/>
              </a:ext>
            </a:extLst>
          </p:cNvPr>
          <p:cNvSpPr>
            <a:spLocks noGrp="1"/>
          </p:cNvSpPr>
          <p:nvPr>
            <p:ph idx="1"/>
          </p:nvPr>
        </p:nvSpPr>
        <p:spPr>
          <a:xfrm>
            <a:off x="162560" y="1333911"/>
            <a:ext cx="11511280" cy="4961161"/>
          </a:xfrm>
        </p:spPr>
        <p:txBody>
          <a:bodyPr>
            <a:normAutofit/>
          </a:bodyPr>
          <a:lstStyle/>
          <a:p>
            <a:pPr defTabSz="1828434">
              <a:spcBef>
                <a:spcPts val="0"/>
              </a:spcBef>
              <a:defRPr/>
            </a:pPr>
            <a:r>
              <a:rPr lang="en-US" altLang="en-US" dirty="0">
                <a:solidFill>
                  <a:schemeClr val="tx2"/>
                </a:solidFill>
              </a:rPr>
              <a:t> In food delivery analysis by transforming raw data into meaningful insights through graphical representation. It helps identify trends, patterns, and outliers in key metrics such as customer ratings, delivery times, order volumes, and revenue comparisons across platforms like Zomato, Swiggy, </a:t>
            </a:r>
            <a:r>
              <a:rPr lang="en-US" altLang="en-US" dirty="0" err="1">
                <a:solidFill>
                  <a:schemeClr val="tx2"/>
                </a:solidFill>
              </a:rPr>
              <a:t>Blinkit</a:t>
            </a:r>
            <a:r>
              <a:rPr lang="en-US" altLang="en-US" dirty="0">
                <a:solidFill>
                  <a:schemeClr val="tx2"/>
                </a:solidFill>
              </a:rPr>
              <a:t>, and Uber Eats. By using visual tools like bar graphs, pie charts, line plots, and heatmaps, analysts can clearly communicate performance metrics and customer preferences. For instance, a line chart may show how delivery times vary throughout the day, while a bar graph could highlight revenue differences between platforms over a period. These visual insights assist companies in making data-driven decisions to enhance operational efficiency, improve customer satisfaction, and gain a competitive edge in the dynamic food delivery market.</a:t>
            </a:r>
            <a:endParaRPr lang="en-IN" altLang="en-US" dirty="0">
              <a:solidFill>
                <a:schemeClr val="tx2"/>
              </a:solidFill>
              <a:cs typeface="Montserrat Light" panose="00000400000000000000" pitchFamily="2" charset="0"/>
            </a:endParaRPr>
          </a:p>
          <a:p>
            <a:pPr defTabSz="1828434">
              <a:spcBef>
                <a:spcPts val="0"/>
              </a:spcBef>
              <a:defRPr/>
            </a:pPr>
            <a:endParaRPr lang="en-US" dirty="0">
              <a:solidFill>
                <a:schemeClr val="tx2"/>
              </a:solidFill>
              <a:latin typeface="Montserrat Light" charset="0"/>
              <a:ea typeface="Montserrat Light" charset="0"/>
              <a:cs typeface="Montserrat Light" charset="0"/>
            </a:endParaRPr>
          </a:p>
        </p:txBody>
      </p:sp>
      <p:sp>
        <p:nvSpPr>
          <p:cNvPr id="36" name="Footer Placeholder 35">
            <a:extLst>
              <a:ext uri="{FF2B5EF4-FFF2-40B4-BE49-F238E27FC236}">
                <a16:creationId xmlns:a16="http://schemas.microsoft.com/office/drawing/2014/main" id="{713BB1F3-7177-B5C1-6435-0B5486205C4D}"/>
              </a:ext>
            </a:extLst>
          </p:cNvPr>
          <p:cNvSpPr>
            <a:spLocks noGrp="1"/>
          </p:cNvSpPr>
          <p:nvPr>
            <p:ph type="ftr" sz="quarter" idx="11"/>
          </p:nvPr>
        </p:nvSpPr>
        <p:spPr>
          <a:xfrm>
            <a:off x="3561127" y="3814491"/>
            <a:ext cx="4114800" cy="365125"/>
          </a:xfrm>
        </p:spPr>
        <p:txBody>
          <a:bodyPr/>
          <a:lstStyle/>
          <a:p>
            <a:pPr lvl="0"/>
            <a:r>
              <a:rPr lang="en-US" noProof="0" dirty="0"/>
              <a:t>FOR EXAMPLE</a:t>
            </a:r>
            <a:r>
              <a:rPr lang="en-US" dirty="0"/>
              <a:t>:COMPARISON GRAPH OF PIZZA</a:t>
            </a:r>
            <a:endParaRPr lang="en-US" noProof="0" dirty="0"/>
          </a:p>
        </p:txBody>
      </p:sp>
      <p:sp>
        <p:nvSpPr>
          <p:cNvPr id="37" name="Slide Number Placeholder 36">
            <a:extLst>
              <a:ext uri="{FF2B5EF4-FFF2-40B4-BE49-F238E27FC236}">
                <a16:creationId xmlns:a16="http://schemas.microsoft.com/office/drawing/2014/main" id="{DA538E26-A2A8-9AD0-237C-E92E81BF3F26}"/>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12</a:t>
            </a:fld>
            <a:endParaRPr lang="en-US" noProof="0" dirty="0"/>
          </a:p>
        </p:txBody>
      </p:sp>
      <p:grpSp>
        <p:nvGrpSpPr>
          <p:cNvPr id="38" name="Graphic 185">
            <a:extLst>
              <a:ext uri="{FF2B5EF4-FFF2-40B4-BE49-F238E27FC236}">
                <a16:creationId xmlns:a16="http://schemas.microsoft.com/office/drawing/2014/main" id="{BF7A31CF-10AF-4465-DCC0-F0A46CEF41C8}"/>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09E54483-7D62-85D9-4951-0379155C338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2F1C848E-1E9A-1543-F01F-174A8925F8D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3DCC6384-E001-12A9-AE61-6CC2947300B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F89CD8A9-8757-6203-1B26-36B2A1B9BD1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6634854E-48D0-721A-7C5C-B13FE7C3CC4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pic>
        <p:nvPicPr>
          <p:cNvPr id="2" name="Picture 1">
            <a:extLst>
              <a:ext uri="{FF2B5EF4-FFF2-40B4-BE49-F238E27FC236}">
                <a16:creationId xmlns:a16="http://schemas.microsoft.com/office/drawing/2014/main" id="{8461755A-6ED1-2EC3-BB5E-D2966A4A3B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0" y="4179616"/>
            <a:ext cx="6990079" cy="2657474"/>
          </a:xfrm>
          <a:prstGeom prst="rect">
            <a:avLst/>
          </a:prstGeom>
        </p:spPr>
      </p:pic>
    </p:spTree>
    <p:extLst>
      <p:ext uri="{BB962C8B-B14F-4D97-AF65-F5344CB8AC3E}">
        <p14:creationId xmlns:p14="http://schemas.microsoft.com/office/powerpoint/2010/main" val="3349932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A4B45-B533-8AFB-8C22-8C7FA8069249}"/>
              </a:ext>
            </a:extLst>
          </p:cNvPr>
          <p:cNvSpPr>
            <a:spLocks noGrp="1"/>
          </p:cNvSpPr>
          <p:nvPr>
            <p:ph type="title"/>
          </p:nvPr>
        </p:nvSpPr>
        <p:spPr>
          <a:xfrm>
            <a:off x="2006600" y="311880"/>
            <a:ext cx="6858000" cy="751840"/>
          </a:xfrm>
        </p:spPr>
        <p:txBody>
          <a:bodyPr>
            <a:normAutofit/>
          </a:bodyPr>
          <a:lstStyle/>
          <a:p>
            <a:r>
              <a:rPr lang="en-US" sz="4800" dirty="0">
                <a:solidFill>
                  <a:schemeClr val="accent1">
                    <a:lumMod val="75000"/>
                  </a:schemeClr>
                </a:solidFill>
                <a:latin typeface="Modern No. 20" panose="02070704070505020303" pitchFamily="18" charset="0"/>
              </a:rPr>
              <a:t>DATA VISUALISATION</a:t>
            </a:r>
            <a:endParaRPr lang="en-IN" sz="4800" dirty="0">
              <a:solidFill>
                <a:schemeClr val="accent1">
                  <a:lumMod val="75000"/>
                </a:schemeClr>
              </a:solidFill>
              <a:latin typeface="Modern No. 20" panose="02070704070505020303" pitchFamily="18" charset="0"/>
            </a:endParaRPr>
          </a:p>
        </p:txBody>
      </p:sp>
      <p:sp>
        <p:nvSpPr>
          <p:cNvPr id="4" name="Date Placeholder 3">
            <a:extLst>
              <a:ext uri="{FF2B5EF4-FFF2-40B4-BE49-F238E27FC236}">
                <a16:creationId xmlns:a16="http://schemas.microsoft.com/office/drawing/2014/main" id="{98A65AD4-1633-70C4-BC45-B74C916F288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E4AFDD-7CB2-4D20-AC1F-52C2EB5197C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9" name="Slide Number Placeholder 8">
            <a:extLst>
              <a:ext uri="{FF2B5EF4-FFF2-40B4-BE49-F238E27FC236}">
                <a16:creationId xmlns:a16="http://schemas.microsoft.com/office/drawing/2014/main" id="{E77B2E5C-6344-196B-20B0-E83D96670B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pic>
        <p:nvPicPr>
          <p:cNvPr id="10" name="Picture 2">
            <a:extLst>
              <a:ext uri="{FF2B5EF4-FFF2-40B4-BE49-F238E27FC236}">
                <a16:creationId xmlns:a16="http://schemas.microsoft.com/office/drawing/2014/main" id="{5042ED32-F002-475C-A8C0-C27131B049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561" y="1833567"/>
            <a:ext cx="5659120" cy="3469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a:extLst>
              <a:ext uri="{FF2B5EF4-FFF2-40B4-BE49-F238E27FC236}">
                <a16:creationId xmlns:a16="http://schemas.microsoft.com/office/drawing/2014/main" id="{61BC8FAE-350E-5649-9EEC-E4CEAB043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1390" y="978440"/>
            <a:ext cx="3854450" cy="245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6">
            <a:extLst>
              <a:ext uri="{FF2B5EF4-FFF2-40B4-BE49-F238E27FC236}">
                <a16:creationId xmlns:a16="http://schemas.microsoft.com/office/drawing/2014/main" id="{9F35664A-FBCF-B63F-0F47-CDC0E9AC4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235" y="3463134"/>
            <a:ext cx="4556760" cy="2859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8639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DB8235-1304-4172-AC66-0D702AECD94D}"/>
              </a:ext>
            </a:extLst>
          </p:cNvPr>
          <p:cNvSpPr>
            <a:spLocks noGrp="1"/>
          </p:cNvSpPr>
          <p:nvPr>
            <p:ph type="title"/>
          </p:nvPr>
        </p:nvSpPr>
        <p:spPr>
          <a:xfrm>
            <a:off x="1391920" y="304949"/>
            <a:ext cx="10769600" cy="599292"/>
          </a:xfrm>
        </p:spPr>
        <p:txBody>
          <a:bodyPr>
            <a:noAutofit/>
          </a:bodyPr>
          <a:lstStyle/>
          <a:p>
            <a:r>
              <a:rPr lang="en-US" sz="4800" dirty="0">
                <a:solidFill>
                  <a:schemeClr val="accent1">
                    <a:lumMod val="75000"/>
                  </a:schemeClr>
                </a:solidFill>
                <a:latin typeface="Modern No. 20" panose="02070704070505020303" pitchFamily="18" charset="0"/>
              </a:rPr>
              <a:t>USES OF DATA ANALYSIS LIBRARY</a:t>
            </a:r>
          </a:p>
        </p:txBody>
      </p:sp>
      <p:sp>
        <p:nvSpPr>
          <p:cNvPr id="3" name="Footer Placeholder 2">
            <a:extLst>
              <a:ext uri="{FF2B5EF4-FFF2-40B4-BE49-F238E27FC236}">
                <a16:creationId xmlns:a16="http://schemas.microsoft.com/office/drawing/2014/main" id="{C911102A-3894-4E98-993F-1814860041E3}"/>
              </a:ext>
            </a:extLst>
          </p:cNvPr>
          <p:cNvSpPr>
            <a:spLocks noGrp="1"/>
          </p:cNvSpPr>
          <p:nvPr>
            <p:ph type="ftr" sz="quarter" idx="11"/>
          </p:nvPr>
        </p:nvSpPr>
        <p:spPr>
          <a:xfrm>
            <a:off x="106680" y="1459230"/>
            <a:ext cx="4114800" cy="365125"/>
          </a:xfrm>
        </p:spPr>
        <p:txBody>
          <a:bodyPr/>
          <a:lstStyle/>
          <a:p>
            <a:pPr lvl="0" algn="l"/>
            <a:r>
              <a:rPr lang="en-US" noProof="0" dirty="0"/>
              <a:t>DAS</a:t>
            </a:r>
          </a:p>
        </p:txBody>
      </p:sp>
      <p:sp>
        <p:nvSpPr>
          <p:cNvPr id="4" name="Slide Number Placeholder 3">
            <a:extLst>
              <a:ext uri="{FF2B5EF4-FFF2-40B4-BE49-F238E27FC236}">
                <a16:creationId xmlns:a16="http://schemas.microsoft.com/office/drawing/2014/main" id="{7DEC6FF8-181E-4897-9463-A6F20768A5D0}"/>
              </a:ext>
            </a:extLst>
          </p:cNvPr>
          <p:cNvSpPr>
            <a:spLocks noGrp="1"/>
          </p:cNvSpPr>
          <p:nvPr>
            <p:ph type="sldNum" sz="quarter" idx="12"/>
          </p:nvPr>
        </p:nvSpPr>
        <p:spPr>
          <a:xfrm>
            <a:off x="8580120" y="6140936"/>
            <a:ext cx="2743200" cy="412115"/>
          </a:xfrm>
        </p:spPr>
        <p:txBody>
          <a:bodyPr/>
          <a:lstStyle/>
          <a:p>
            <a:pPr lvl="0"/>
            <a:fld id="{5EA792F7-1D9E-4C7E-A103-E8EDFDC2691E}" type="slidenum">
              <a:rPr lang="en-US" noProof="0" smtClean="0"/>
              <a:pPr lvl="0"/>
              <a:t>14</a:t>
            </a:fld>
            <a:endParaRPr lang="en-US" noProof="0" dirty="0"/>
          </a:p>
        </p:txBody>
      </p:sp>
      <p:sp>
        <p:nvSpPr>
          <p:cNvPr id="8" name="TextBox 7">
            <a:extLst>
              <a:ext uri="{FF2B5EF4-FFF2-40B4-BE49-F238E27FC236}">
                <a16:creationId xmlns:a16="http://schemas.microsoft.com/office/drawing/2014/main" id="{816A1D9D-CD1E-331F-E093-FF059ABBF028}"/>
              </a:ext>
            </a:extLst>
          </p:cNvPr>
          <p:cNvSpPr txBox="1"/>
          <p:nvPr/>
        </p:nvSpPr>
        <p:spPr>
          <a:xfrm>
            <a:off x="-30480" y="1046222"/>
            <a:ext cx="4335780" cy="5506829"/>
          </a:xfrm>
          <a:prstGeom prst="rect">
            <a:avLst/>
          </a:prstGeom>
          <a:solidFill>
            <a:schemeClr val="accent2">
              <a:lumMod val="40000"/>
              <a:lumOff val="60000"/>
            </a:schemeClr>
          </a:solidFill>
        </p:spPr>
        <p:txBody>
          <a:bodyPr wrap="square">
            <a:spAutoFit/>
          </a:bodyPr>
          <a:lstStyle/>
          <a:p>
            <a:pPr algn="just" fontAlgn="auto">
              <a:lnSpc>
                <a:spcPts val="4299"/>
              </a:lnSpc>
              <a:spcAft>
                <a:spcPts val="0"/>
              </a:spcAft>
              <a:defRPr/>
            </a:pPr>
            <a:r>
              <a:rPr lang="en-US" sz="2000" b="1" dirty="0">
                <a:latin typeface="Montserrat Light" charset="0"/>
                <a:ea typeface="Montserrat Light" charset="0"/>
                <a:cs typeface="Montserrat Light" charset="0"/>
              </a:rPr>
              <a:t>PANDAS</a:t>
            </a:r>
          </a:p>
          <a:p>
            <a:pPr marL="171450" indent="-171450" algn="just" fontAlgn="auto">
              <a:lnSpc>
                <a:spcPts val="4299"/>
              </a:lnSpc>
              <a:spcAft>
                <a:spcPts val="0"/>
              </a:spcAft>
              <a:buFont typeface="Arial" panose="020B0604020202020204" pitchFamily="34" charset="0"/>
              <a:buChar char="•"/>
              <a:defRPr/>
            </a:pPr>
            <a:r>
              <a:rPr lang="en-US" sz="1200" b="1" dirty="0">
                <a:latin typeface="Montserrat Light" charset="0"/>
                <a:ea typeface="Montserrat Light" charset="0"/>
                <a:cs typeface="Montserrat Light" charset="0"/>
              </a:rPr>
              <a:t> Data Manipulation:</a:t>
            </a:r>
            <a:r>
              <a:rPr lang="en-US" sz="1200" dirty="0">
                <a:latin typeface="Montserrat Light" charset="0"/>
                <a:ea typeface="Montserrat Light" charset="0"/>
                <a:cs typeface="Montserrat Light" charset="0"/>
              </a:rPr>
              <a:t>. It allows filtering, grouping, and aggregating data to derive meaningful insights.</a:t>
            </a:r>
          </a:p>
          <a:p>
            <a:pPr marL="285750" indent="-285750" algn="just" fontAlgn="auto">
              <a:lnSpc>
                <a:spcPts val="4299"/>
              </a:lnSpc>
              <a:spcAft>
                <a:spcPts val="0"/>
              </a:spcAft>
              <a:buFont typeface="Arial" panose="020B0604020202020204" pitchFamily="34" charset="0"/>
              <a:buChar char="•"/>
              <a:defRPr/>
            </a:pPr>
            <a:r>
              <a:rPr lang="en-US" sz="1200" b="1" dirty="0">
                <a:latin typeface="Montserrat Light" charset="0"/>
                <a:ea typeface="Montserrat Light" charset="0"/>
                <a:cs typeface="Montserrat Light" charset="0"/>
              </a:rPr>
              <a:t>Handling Missing Data: </a:t>
            </a:r>
            <a:r>
              <a:rPr lang="en-US" sz="1200" dirty="0">
                <a:latin typeface="Montserrat Light" charset="0"/>
                <a:ea typeface="Montserrat Light" charset="0"/>
                <a:cs typeface="Montserrat Light" charset="0"/>
              </a:rPr>
              <a:t>Pandas' functions handle missing data points effectively, ensuring data quality and preventing biases in the analysis.</a:t>
            </a:r>
          </a:p>
          <a:p>
            <a:pPr marL="171450" indent="-171450" algn="just" fontAlgn="auto">
              <a:lnSpc>
                <a:spcPts val="4299"/>
              </a:lnSpc>
              <a:spcAft>
                <a:spcPts val="0"/>
              </a:spcAft>
              <a:buFont typeface="Arial" panose="020B0604020202020204" pitchFamily="34" charset="0"/>
              <a:buChar char="•"/>
              <a:defRPr/>
            </a:pPr>
            <a:r>
              <a:rPr lang="en-US" sz="1200" dirty="0">
                <a:latin typeface="Montserrat Light" charset="0"/>
                <a:ea typeface="Montserrat Light" charset="0"/>
                <a:cs typeface="Montserrat Light" charset="0"/>
              </a:rPr>
              <a:t>   </a:t>
            </a:r>
            <a:r>
              <a:rPr lang="en-US" sz="1200" b="1" dirty="0">
                <a:latin typeface="Montserrat Light" charset="0"/>
                <a:ea typeface="Montserrat Light" charset="0"/>
                <a:cs typeface="Montserrat Light" charset="0"/>
              </a:rPr>
              <a:t>Joining and Merging</a:t>
            </a:r>
            <a:r>
              <a:rPr lang="en-US" sz="1200" dirty="0">
                <a:latin typeface="Montserrat Light" charset="0"/>
                <a:ea typeface="Montserrat Light" charset="0"/>
                <a:cs typeface="Montserrat Light" charset="0"/>
              </a:rPr>
              <a:t>: Pandas is used to combine datasets when additional information, such as customer reviews or hotel amenities, is available separately.</a:t>
            </a:r>
          </a:p>
        </p:txBody>
      </p:sp>
      <p:sp>
        <p:nvSpPr>
          <p:cNvPr id="14" name="TextBox 13">
            <a:extLst>
              <a:ext uri="{FF2B5EF4-FFF2-40B4-BE49-F238E27FC236}">
                <a16:creationId xmlns:a16="http://schemas.microsoft.com/office/drawing/2014/main" id="{85CA7322-22EE-661F-F639-7580A9FF7D7C}"/>
              </a:ext>
            </a:extLst>
          </p:cNvPr>
          <p:cNvSpPr txBox="1"/>
          <p:nvPr/>
        </p:nvSpPr>
        <p:spPr>
          <a:xfrm>
            <a:off x="4274820" y="1039875"/>
            <a:ext cx="4335780" cy="5513176"/>
          </a:xfrm>
          <a:prstGeom prst="rect">
            <a:avLst/>
          </a:prstGeom>
          <a:solidFill>
            <a:schemeClr val="bg1">
              <a:lumMod val="75000"/>
            </a:schemeClr>
          </a:solidFill>
        </p:spPr>
        <p:txBody>
          <a:bodyPr wrap="square">
            <a:spAutoFit/>
          </a:bodyPr>
          <a:lstStyle/>
          <a:p>
            <a:pPr algn="just" fontAlgn="auto">
              <a:lnSpc>
                <a:spcPts val="4299"/>
              </a:lnSpc>
              <a:spcAft>
                <a:spcPts val="0"/>
              </a:spcAft>
              <a:defRPr/>
            </a:pPr>
            <a:r>
              <a:rPr lang="en-US" sz="2000" b="1" dirty="0">
                <a:latin typeface="Montserrat Light" charset="0"/>
                <a:ea typeface="Montserrat Light" charset="0"/>
                <a:cs typeface="Montserrat Light" charset="0"/>
              </a:rPr>
              <a:t>MATPLOTLIB</a:t>
            </a:r>
          </a:p>
          <a:p>
            <a:pPr marL="342900" indent="-342900" algn="just" fontAlgn="auto">
              <a:lnSpc>
                <a:spcPts val="4299"/>
              </a:lnSpc>
              <a:spcAft>
                <a:spcPts val="0"/>
              </a:spcAft>
              <a:buFont typeface="Arial" panose="020B0604020202020204" pitchFamily="34" charset="0"/>
              <a:buChar char="•"/>
              <a:defRPr/>
            </a:pPr>
            <a:r>
              <a:rPr lang="en-US" sz="1400" b="1" dirty="0">
                <a:latin typeface="Montserrat Light" charset="0"/>
                <a:ea typeface="Montserrat Light" charset="0"/>
                <a:cs typeface="Montserrat Light" charset="0"/>
              </a:rPr>
              <a:t>Data Visualization</a:t>
            </a:r>
            <a:r>
              <a:rPr lang="en-US" sz="1400" dirty="0">
                <a:latin typeface="Montserrat Light" charset="0"/>
                <a:ea typeface="Montserrat Light" charset="0"/>
                <a:cs typeface="Montserrat Light" charset="0"/>
              </a:rPr>
              <a:t>: Matplotlib allows the creation of various visualizations like line plots, bar charts, and scatter plots to </a:t>
            </a:r>
            <a:r>
              <a:rPr lang="en-US" sz="1400" dirty="0" err="1">
                <a:latin typeface="Montserrat Light" charset="0"/>
                <a:ea typeface="Montserrat Light" charset="0"/>
                <a:cs typeface="Montserrat Light" charset="0"/>
              </a:rPr>
              <a:t>depit</a:t>
            </a:r>
            <a:r>
              <a:rPr lang="en-US" sz="1400" dirty="0">
                <a:latin typeface="Montserrat Light" charset="0"/>
                <a:ea typeface="Montserrat Light" charset="0"/>
                <a:cs typeface="Montserrat Light" charset="0"/>
              </a:rPr>
              <a:t> booking trends, revenue fluctuations, and customer distribution.</a:t>
            </a:r>
          </a:p>
          <a:p>
            <a:pPr marL="285750" indent="-285750" algn="just" fontAlgn="auto">
              <a:lnSpc>
                <a:spcPts val="4299"/>
              </a:lnSpc>
              <a:spcAft>
                <a:spcPts val="0"/>
              </a:spcAft>
              <a:buFont typeface="Arial" panose="020B0604020202020204" pitchFamily="34" charset="0"/>
              <a:buChar char="•"/>
              <a:defRPr/>
            </a:pPr>
            <a:r>
              <a:rPr lang="en-US" sz="1400" b="1" dirty="0">
                <a:latin typeface="Montserrat Light" charset="0"/>
                <a:ea typeface="Montserrat Light" charset="0"/>
                <a:cs typeface="Montserrat Light" charset="0"/>
              </a:rPr>
              <a:t> Time Series Analysis</a:t>
            </a:r>
            <a:r>
              <a:rPr lang="en-US" sz="1400" dirty="0">
                <a:latin typeface="Montserrat Light" charset="0"/>
                <a:ea typeface="Montserrat Light" charset="0"/>
                <a:cs typeface="Montserrat Light" charset="0"/>
              </a:rPr>
              <a:t>: With Matplotlib, time series plots can illustrate booking patterns over specific time intervals, highlighting seasonal variations and trends.</a:t>
            </a:r>
          </a:p>
        </p:txBody>
      </p:sp>
      <p:sp>
        <p:nvSpPr>
          <p:cNvPr id="16" name="TextBox 15">
            <a:extLst>
              <a:ext uri="{FF2B5EF4-FFF2-40B4-BE49-F238E27FC236}">
                <a16:creationId xmlns:a16="http://schemas.microsoft.com/office/drawing/2014/main" id="{0D023D34-AB6B-03E7-7608-CCCAB772404E}"/>
              </a:ext>
            </a:extLst>
          </p:cNvPr>
          <p:cNvSpPr txBox="1"/>
          <p:nvPr/>
        </p:nvSpPr>
        <p:spPr>
          <a:xfrm>
            <a:off x="8610600" y="1039875"/>
            <a:ext cx="3550920" cy="5509200"/>
          </a:xfrm>
          <a:prstGeom prst="rect">
            <a:avLst/>
          </a:prstGeom>
          <a:solidFill>
            <a:schemeClr val="accent1">
              <a:lumMod val="40000"/>
              <a:lumOff val="60000"/>
            </a:schemeClr>
          </a:solidFill>
        </p:spPr>
        <p:txBody>
          <a:bodyPr wrap="square">
            <a:spAutoFit/>
          </a:bodyPr>
          <a:lstStyle/>
          <a:p>
            <a:pPr defTabSz="1828434">
              <a:defRPr/>
            </a:pPr>
            <a:r>
              <a:rPr lang="en-US" sz="2000" b="1" dirty="0">
                <a:solidFill>
                  <a:schemeClr val="bg1"/>
                </a:solidFill>
                <a:latin typeface="Montserrat Light" panose="00000400000000000000" pitchFamily="2" charset="0"/>
              </a:rPr>
              <a:t>NUMPY</a:t>
            </a:r>
          </a:p>
          <a:p>
            <a:pPr defTabSz="1828434">
              <a:defRPr/>
            </a:pPr>
            <a:endParaRPr lang="en-US" sz="1600" b="1" dirty="0">
              <a:solidFill>
                <a:schemeClr val="bg1"/>
              </a:solidFill>
              <a:latin typeface="Montserrat Light" panose="00000400000000000000" pitchFamily="2" charset="0"/>
            </a:endParaRPr>
          </a:p>
          <a:p>
            <a:pPr marL="285750" indent="-285750" defTabSz="1828434">
              <a:buFont typeface="Arial" panose="020B0604020202020204" pitchFamily="34" charset="0"/>
              <a:buChar char="•"/>
              <a:defRPr/>
            </a:pPr>
            <a:r>
              <a:rPr lang="en-US" sz="1600" b="1" dirty="0">
                <a:solidFill>
                  <a:schemeClr val="bg1"/>
                </a:solidFill>
                <a:latin typeface="Montserrat Light" panose="00000400000000000000" pitchFamily="2" charset="0"/>
              </a:rPr>
              <a:t>Efficient Multidimensional Arrays: </a:t>
            </a:r>
            <a:r>
              <a:rPr lang="en-US" sz="1400" dirty="0">
                <a:solidFill>
                  <a:schemeClr val="accent3"/>
                </a:solidFill>
                <a:latin typeface="Montserrat Light" panose="00000400000000000000" pitchFamily="2" charset="0"/>
              </a:rPr>
              <a:t>                 </a:t>
            </a:r>
          </a:p>
          <a:p>
            <a:pPr defTabSz="1828434">
              <a:defRPr/>
            </a:pPr>
            <a:r>
              <a:rPr lang="en-US" sz="1400" dirty="0">
                <a:solidFill>
                  <a:schemeClr val="accent3"/>
                </a:solidFill>
                <a:latin typeface="Montserrat Light" panose="00000400000000000000" pitchFamily="2" charset="0"/>
              </a:rPr>
              <a:t>     </a:t>
            </a:r>
            <a:r>
              <a:rPr lang="en-US" sz="1400" dirty="0">
                <a:latin typeface="Montserrat Light" panose="00000400000000000000" pitchFamily="2" charset="0"/>
              </a:rPr>
              <a:t>Provides the core data structure for numerical operations.</a:t>
            </a:r>
          </a:p>
          <a:p>
            <a:pPr defTabSz="1828434">
              <a:defRPr/>
            </a:pPr>
            <a:endParaRPr lang="en-US" sz="1400" dirty="0">
              <a:latin typeface="Montserrat Light" panose="00000400000000000000" pitchFamily="2" charset="0"/>
            </a:endParaRPr>
          </a:p>
          <a:p>
            <a:pPr defTabSz="1828434">
              <a:defRPr/>
            </a:pPr>
            <a:r>
              <a:rPr lang="en-US" sz="1400" dirty="0">
                <a:latin typeface="Montserrat Light" panose="00000400000000000000" pitchFamily="2" charset="0"/>
              </a:rPr>
              <a:t>      Much faster and more memory-efficient than regular Python lists.</a:t>
            </a:r>
          </a:p>
          <a:p>
            <a:pPr defTabSz="1828434">
              <a:defRPr/>
            </a:pPr>
            <a:endParaRPr lang="en-US" sz="1400" dirty="0">
              <a:latin typeface="Montserrat Light" panose="00000400000000000000" pitchFamily="2" charset="0"/>
            </a:endParaRPr>
          </a:p>
          <a:p>
            <a:pPr defTabSz="1828434">
              <a:defRPr/>
            </a:pPr>
            <a:endParaRPr lang="en-US" sz="1400" dirty="0">
              <a:solidFill>
                <a:schemeClr val="accent3"/>
              </a:solidFill>
              <a:latin typeface="Montserrat Light" panose="00000400000000000000" pitchFamily="2" charset="0"/>
            </a:endParaRPr>
          </a:p>
          <a:p>
            <a:pPr marL="285750" indent="-285750" defTabSz="1828434">
              <a:buFont typeface="Arial" panose="020B0604020202020204" pitchFamily="34" charset="0"/>
              <a:buChar char="•"/>
              <a:defRPr/>
            </a:pPr>
            <a:r>
              <a:rPr lang="en-US" b="1" dirty="0">
                <a:solidFill>
                  <a:schemeClr val="bg1"/>
                </a:solidFill>
                <a:latin typeface="Montserrat Light" panose="00000400000000000000" pitchFamily="2" charset="0"/>
              </a:rPr>
              <a:t>Mathematical and Statistical</a:t>
            </a:r>
            <a:r>
              <a:rPr lang="en-US" dirty="0">
                <a:solidFill>
                  <a:schemeClr val="bg1"/>
                </a:solidFill>
                <a:latin typeface="Montserrat Light" panose="00000400000000000000" pitchFamily="2" charset="0"/>
              </a:rPr>
              <a:t> </a:t>
            </a:r>
          </a:p>
          <a:p>
            <a:pPr marL="285750" indent="-285750" defTabSz="1828434">
              <a:buFont typeface="Arial" panose="020B0604020202020204" pitchFamily="34" charset="0"/>
              <a:buChar char="•"/>
              <a:defRPr/>
            </a:pPr>
            <a:r>
              <a:rPr lang="en-US" sz="1400" dirty="0">
                <a:latin typeface="Montserrat Light" panose="00000400000000000000" pitchFamily="2" charset="0"/>
              </a:rPr>
              <a:t>Operations:    Performs element-wise operations and aggregation</a:t>
            </a:r>
          </a:p>
          <a:p>
            <a:pPr marL="571500" indent="-571500" defTabSz="1828434">
              <a:buFont typeface="Arial" panose="020B0604020202020204" pitchFamily="34" charset="0"/>
              <a:buChar char="•"/>
              <a:defRPr/>
            </a:pPr>
            <a:endParaRPr lang="en-US" sz="1400" dirty="0">
              <a:latin typeface="Montserrat Light" panose="00000400000000000000" pitchFamily="2" charset="0"/>
            </a:endParaRPr>
          </a:p>
          <a:p>
            <a:pPr marL="571500" indent="-571500" defTabSz="1828434">
              <a:buFont typeface="Arial" panose="020B0604020202020204" pitchFamily="34" charset="0"/>
              <a:buChar char="•"/>
              <a:defRPr/>
            </a:pPr>
            <a:endParaRPr lang="en-US" sz="1400" dirty="0">
              <a:solidFill>
                <a:schemeClr val="accent3"/>
              </a:solidFill>
              <a:latin typeface="Montserrat Light" panose="00000400000000000000" pitchFamily="2" charset="0"/>
            </a:endParaRPr>
          </a:p>
          <a:p>
            <a:pPr marL="571500" indent="-571500" defTabSz="1828434">
              <a:buFont typeface="Arial" panose="020B0604020202020204" pitchFamily="34" charset="0"/>
              <a:buChar char="•"/>
              <a:defRPr/>
            </a:pPr>
            <a:endParaRPr lang="en-US" sz="1400" dirty="0">
              <a:solidFill>
                <a:schemeClr val="accent3"/>
              </a:solidFill>
              <a:latin typeface="Montserrat Light" panose="00000400000000000000" pitchFamily="2" charset="0"/>
            </a:endParaRPr>
          </a:p>
          <a:p>
            <a:pPr marL="571500" indent="-571500" defTabSz="1828434">
              <a:buFont typeface="Arial" panose="020B0604020202020204" pitchFamily="34" charset="0"/>
              <a:buChar char="•"/>
              <a:defRPr/>
            </a:pPr>
            <a:endParaRPr lang="en-US" dirty="0">
              <a:solidFill>
                <a:schemeClr val="accent3"/>
              </a:solidFill>
              <a:latin typeface="Montserrat Light" panose="00000400000000000000" pitchFamily="2" charset="0"/>
            </a:endParaRPr>
          </a:p>
          <a:p>
            <a:pPr marL="285750" indent="-285750" defTabSz="1828434">
              <a:buFont typeface="Arial" panose="020B0604020202020204" pitchFamily="34" charset="0"/>
              <a:buChar char="•"/>
              <a:defRPr/>
            </a:pPr>
            <a:r>
              <a:rPr lang="en-US" sz="1400" b="1" dirty="0">
                <a:solidFill>
                  <a:schemeClr val="bg1"/>
                </a:solidFill>
                <a:latin typeface="Montserrat Light" panose="00000400000000000000" pitchFamily="2" charset="0"/>
              </a:rPr>
              <a:t>Broadcasting and Vectorization</a:t>
            </a:r>
            <a:r>
              <a:rPr lang="en-US" b="1" dirty="0">
                <a:solidFill>
                  <a:schemeClr val="accent3"/>
                </a:solidFill>
                <a:latin typeface="Montserrat Light" panose="00000400000000000000" pitchFamily="2" charset="0"/>
              </a:rPr>
              <a:t>   </a:t>
            </a:r>
            <a:r>
              <a:rPr lang="en-US" sz="1400" dirty="0">
                <a:latin typeface="Montserrat Light" panose="00000400000000000000" pitchFamily="2" charset="0"/>
              </a:rPr>
              <a:t>Apply operations over arrays without loops faster performance.</a:t>
            </a:r>
            <a:endParaRPr lang="es-ES_tradnl" sz="1400" dirty="0">
              <a:latin typeface="Montserrat Light" panose="00000400000000000000" pitchFamily="2" charset="0"/>
            </a:endParaRPr>
          </a:p>
          <a:p>
            <a:pPr defTabSz="1828434">
              <a:defRPr/>
            </a:pPr>
            <a:endParaRPr lang="es-ES_tradnl" sz="1600" dirty="0">
              <a:solidFill>
                <a:schemeClr val="accent3"/>
              </a:solidFill>
              <a:latin typeface="Montserrat Light" panose="00000400000000000000" pitchFamily="2" charset="0"/>
            </a:endParaRPr>
          </a:p>
        </p:txBody>
      </p:sp>
    </p:spTree>
    <p:extLst>
      <p:ext uri="{BB962C8B-B14F-4D97-AF65-F5344CB8AC3E}">
        <p14:creationId xmlns:p14="http://schemas.microsoft.com/office/powerpoint/2010/main" val="2144753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40818-BC23-6BF3-E54A-BFEF3D2197FD}"/>
              </a:ext>
            </a:extLst>
          </p:cNvPr>
          <p:cNvSpPr>
            <a:spLocks noGrp="1"/>
          </p:cNvSpPr>
          <p:nvPr>
            <p:ph type="title"/>
          </p:nvPr>
        </p:nvSpPr>
        <p:spPr>
          <a:xfrm>
            <a:off x="1148080" y="782321"/>
            <a:ext cx="5709920" cy="528320"/>
          </a:xfrm>
        </p:spPr>
        <p:txBody>
          <a:bodyPr>
            <a:noAutofit/>
          </a:bodyPr>
          <a:lstStyle/>
          <a:p>
            <a:r>
              <a:rPr lang="en-US" sz="5400" dirty="0">
                <a:solidFill>
                  <a:schemeClr val="accent1">
                    <a:lumMod val="75000"/>
                  </a:schemeClr>
                </a:solidFill>
                <a:latin typeface="Modern No. 20" panose="02070704070505020303" pitchFamily="18" charset="0"/>
              </a:rPr>
              <a:t>ADVANTAGES</a:t>
            </a:r>
            <a:endParaRPr lang="en-IN" sz="5400" dirty="0">
              <a:solidFill>
                <a:schemeClr val="accent1">
                  <a:lumMod val="75000"/>
                </a:schemeClr>
              </a:solidFill>
              <a:latin typeface="Modern No. 20" panose="02070704070505020303" pitchFamily="18" charset="0"/>
            </a:endParaRPr>
          </a:p>
        </p:txBody>
      </p:sp>
      <p:sp>
        <p:nvSpPr>
          <p:cNvPr id="3" name="Date Placeholder 2">
            <a:extLst>
              <a:ext uri="{FF2B5EF4-FFF2-40B4-BE49-F238E27FC236}">
                <a16:creationId xmlns:a16="http://schemas.microsoft.com/office/drawing/2014/main" id="{6BBE1A2D-13CC-01C3-C424-09B5E5F6427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B490EC5-6F65-45BF-89F3-AC4DE8AFDD8B}"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5" name="Slide Number Placeholder 4">
            <a:extLst>
              <a:ext uri="{FF2B5EF4-FFF2-40B4-BE49-F238E27FC236}">
                <a16:creationId xmlns:a16="http://schemas.microsoft.com/office/drawing/2014/main" id="{8D5B3229-2655-F19B-B63B-BBB7BF7E04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7" name="TextBox 6">
            <a:extLst>
              <a:ext uri="{FF2B5EF4-FFF2-40B4-BE49-F238E27FC236}">
                <a16:creationId xmlns:a16="http://schemas.microsoft.com/office/drawing/2014/main" id="{26637A1B-30FB-6B56-C49E-E04600D186D6}"/>
              </a:ext>
            </a:extLst>
          </p:cNvPr>
          <p:cNvSpPr txBox="1"/>
          <p:nvPr/>
        </p:nvSpPr>
        <p:spPr>
          <a:xfrm>
            <a:off x="0" y="1727537"/>
            <a:ext cx="11724640" cy="1323439"/>
          </a:xfrm>
          <a:prstGeom prst="rect">
            <a:avLst/>
          </a:prstGeom>
          <a:solidFill>
            <a:schemeClr val="accent1">
              <a:lumMod val="60000"/>
              <a:lumOff val="40000"/>
            </a:schemeClr>
          </a:solidFill>
        </p:spPr>
        <p:txBody>
          <a:bodyPr wrap="square">
            <a:spAutoFit/>
          </a:bodyPr>
          <a:lstStyle/>
          <a:p>
            <a:pPr defTabSz="1828434">
              <a:defRPr/>
            </a:pPr>
            <a:r>
              <a:rPr lang="en-US" sz="2000" b="1" dirty="0">
                <a:solidFill>
                  <a:schemeClr val="tx2"/>
                </a:solidFill>
                <a:latin typeface="Montserrat Light" panose="00000400000000000000" pitchFamily="2" charset="0"/>
              </a:rPr>
              <a:t> IMPROVED CUSTOMER EXPERIENCE:</a:t>
            </a:r>
          </a:p>
          <a:p>
            <a:pPr defTabSz="1828434">
              <a:defRPr/>
            </a:pPr>
            <a:endParaRPr lang="en-US" sz="2000" b="1" dirty="0">
              <a:solidFill>
                <a:schemeClr val="tx2"/>
              </a:solidFill>
              <a:latin typeface="Montserrat Light" panose="00000400000000000000" pitchFamily="2" charset="0"/>
            </a:endParaRPr>
          </a:p>
          <a:p>
            <a:pPr algn="ctr" defTabSz="1828434">
              <a:defRPr/>
            </a:pPr>
            <a:r>
              <a:rPr lang="en-US" sz="2000" dirty="0">
                <a:solidFill>
                  <a:schemeClr val="tx2"/>
                </a:solidFill>
                <a:latin typeface="+mj-lt"/>
              </a:rPr>
              <a:t> Analyze delivery times, ratings, and feed back. Identify pain points like late deliveries, poor ratings, or long wait times. Enable personalized promotions based on order history.</a:t>
            </a:r>
            <a:endParaRPr lang="en-US" sz="2000" b="1" dirty="0">
              <a:solidFill>
                <a:schemeClr val="tx2"/>
              </a:solidFill>
              <a:latin typeface="+mj-lt"/>
            </a:endParaRPr>
          </a:p>
        </p:txBody>
      </p:sp>
      <p:sp>
        <p:nvSpPr>
          <p:cNvPr id="9" name="TextBox 8">
            <a:extLst>
              <a:ext uri="{FF2B5EF4-FFF2-40B4-BE49-F238E27FC236}">
                <a16:creationId xmlns:a16="http://schemas.microsoft.com/office/drawing/2014/main" id="{423F6D03-9BE0-5673-1E17-45375CB5354C}"/>
              </a:ext>
            </a:extLst>
          </p:cNvPr>
          <p:cNvSpPr txBox="1"/>
          <p:nvPr/>
        </p:nvSpPr>
        <p:spPr>
          <a:xfrm>
            <a:off x="0" y="4103498"/>
            <a:ext cx="11724640" cy="1538883"/>
          </a:xfrm>
          <a:prstGeom prst="rect">
            <a:avLst/>
          </a:prstGeom>
          <a:solidFill>
            <a:schemeClr val="accent2"/>
          </a:solidFill>
        </p:spPr>
        <p:txBody>
          <a:bodyPr wrap="square">
            <a:spAutoFit/>
          </a:bodyPr>
          <a:lstStyle/>
          <a:p>
            <a:pPr algn="just" defTabSz="1828434" eaLnBrk="1" fontAlgn="auto" hangingPunct="1">
              <a:spcBef>
                <a:spcPts val="0"/>
              </a:spcBef>
              <a:spcAft>
                <a:spcPts val="0"/>
              </a:spcAft>
              <a:defRPr/>
            </a:pPr>
            <a:r>
              <a:rPr lang="en-US" b="1" dirty="0">
                <a:latin typeface="Montserrat Light" charset="0"/>
                <a:ea typeface="Montserrat Light" charset="0"/>
                <a:cs typeface="Montserrat Light" charset="0"/>
              </a:rPr>
              <a:t>OPERATIONAL EFFICIENCY</a:t>
            </a:r>
          </a:p>
          <a:p>
            <a:pPr algn="just" defTabSz="1828434" eaLnBrk="1" fontAlgn="auto" hangingPunct="1">
              <a:spcBef>
                <a:spcPts val="0"/>
              </a:spcBef>
              <a:spcAft>
                <a:spcPts val="0"/>
              </a:spcAft>
              <a:defRPr/>
            </a:pPr>
            <a:endParaRPr lang="en-US" b="1" dirty="0">
              <a:solidFill>
                <a:schemeClr val="accent6"/>
              </a:solidFill>
              <a:latin typeface="Montserrat Light" charset="0"/>
              <a:ea typeface="Montserrat Light" charset="0"/>
              <a:cs typeface="Montserrat Light" charset="0"/>
            </a:endParaRPr>
          </a:p>
          <a:p>
            <a:pPr algn="ctr" defTabSz="1828434">
              <a:defRPr/>
            </a:pPr>
            <a:r>
              <a:rPr lang="en-US" sz="2000" dirty="0"/>
              <a:t>Optimize delivery routes and times. Predict peak hours and allocate delivery staff accordingly. Detect bottlenecks in food preparation or dispatch.</a:t>
            </a:r>
            <a:endParaRPr lang="es-ES_tradnl" sz="2000" dirty="0"/>
          </a:p>
          <a:p>
            <a:pPr algn="just" defTabSz="1828434" eaLnBrk="1" fontAlgn="auto" hangingPunct="1">
              <a:spcBef>
                <a:spcPts val="0"/>
              </a:spcBef>
              <a:spcAft>
                <a:spcPts val="0"/>
              </a:spcAft>
              <a:defRPr/>
            </a:pPr>
            <a:endParaRPr lang="en-US" b="1" dirty="0">
              <a:solidFill>
                <a:schemeClr val="accent6"/>
              </a:solidFill>
              <a:latin typeface="Montserrat Light" charset="0"/>
              <a:ea typeface="Montserrat Light" charset="0"/>
              <a:cs typeface="Montserrat Light" charset="0"/>
            </a:endParaRPr>
          </a:p>
        </p:txBody>
      </p:sp>
    </p:spTree>
    <p:extLst>
      <p:ext uri="{BB962C8B-B14F-4D97-AF65-F5344CB8AC3E}">
        <p14:creationId xmlns:p14="http://schemas.microsoft.com/office/powerpoint/2010/main" val="22389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31718-7CEF-5A4B-A2FC-B3E95C216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8FD5C-144B-11AA-CF6D-A5F3F90D1312}"/>
              </a:ext>
            </a:extLst>
          </p:cNvPr>
          <p:cNvSpPr>
            <a:spLocks noGrp="1"/>
          </p:cNvSpPr>
          <p:nvPr>
            <p:ph type="title"/>
          </p:nvPr>
        </p:nvSpPr>
        <p:spPr>
          <a:xfrm>
            <a:off x="1148080" y="782321"/>
            <a:ext cx="5709920" cy="528320"/>
          </a:xfrm>
        </p:spPr>
        <p:txBody>
          <a:bodyPr>
            <a:noAutofit/>
          </a:bodyPr>
          <a:lstStyle/>
          <a:p>
            <a:r>
              <a:rPr lang="en-US" sz="5400" dirty="0">
                <a:solidFill>
                  <a:schemeClr val="accent1">
                    <a:lumMod val="75000"/>
                  </a:schemeClr>
                </a:solidFill>
                <a:latin typeface="Modern No. 20" panose="02070704070505020303" pitchFamily="18" charset="0"/>
              </a:rPr>
              <a:t>ADVANTAGES</a:t>
            </a:r>
            <a:endParaRPr lang="en-IN" sz="5400" dirty="0">
              <a:solidFill>
                <a:schemeClr val="accent1">
                  <a:lumMod val="75000"/>
                </a:schemeClr>
              </a:solidFill>
              <a:latin typeface="Modern No. 20" panose="02070704070505020303" pitchFamily="18" charset="0"/>
            </a:endParaRPr>
          </a:p>
        </p:txBody>
      </p:sp>
      <p:sp>
        <p:nvSpPr>
          <p:cNvPr id="3" name="Date Placeholder 2">
            <a:extLst>
              <a:ext uri="{FF2B5EF4-FFF2-40B4-BE49-F238E27FC236}">
                <a16:creationId xmlns:a16="http://schemas.microsoft.com/office/drawing/2014/main" id="{1FFD944D-189B-F5AD-6435-43E8A053B7C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B490EC5-6F65-45BF-89F3-AC4DE8AFDD8B}"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6/28/2025</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5" name="Slide Number Placeholder 4">
            <a:extLst>
              <a:ext uri="{FF2B5EF4-FFF2-40B4-BE49-F238E27FC236}">
                <a16:creationId xmlns:a16="http://schemas.microsoft.com/office/drawing/2014/main" id="{A2855B9C-2722-F507-5C9C-3C9D96CED3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7" name="TextBox 6">
            <a:extLst>
              <a:ext uri="{FF2B5EF4-FFF2-40B4-BE49-F238E27FC236}">
                <a16:creationId xmlns:a16="http://schemas.microsoft.com/office/drawing/2014/main" id="{FB864B93-5084-E205-F650-E25826C83AE5}"/>
              </a:ext>
            </a:extLst>
          </p:cNvPr>
          <p:cNvSpPr txBox="1"/>
          <p:nvPr/>
        </p:nvSpPr>
        <p:spPr>
          <a:xfrm>
            <a:off x="0" y="1727537"/>
            <a:ext cx="11724640" cy="1631216"/>
          </a:xfrm>
          <a:prstGeom prst="rect">
            <a:avLst/>
          </a:prstGeom>
          <a:solidFill>
            <a:schemeClr val="accent1">
              <a:lumMod val="60000"/>
              <a:lumOff val="40000"/>
            </a:schemeClr>
          </a:solidFill>
        </p:spPr>
        <p:txBody>
          <a:bodyPr wrap="square">
            <a:spAutoFit/>
          </a:bodyPr>
          <a:lstStyle/>
          <a:p>
            <a:pPr algn="just" defTabSz="1828434">
              <a:defRPr/>
            </a:pPr>
            <a:r>
              <a:rPr lang="en-US" sz="2000" b="1" dirty="0">
                <a:latin typeface="Montserrat Light" charset="0"/>
                <a:ea typeface="Montserrat Light" charset="0"/>
                <a:cs typeface="Montserrat Light" charset="0"/>
              </a:rPr>
              <a:t>COST OPTIMIZATION</a:t>
            </a:r>
          </a:p>
          <a:p>
            <a:pPr algn="just" defTabSz="1828434">
              <a:defRPr/>
            </a:pPr>
            <a:endParaRPr lang="en-US" sz="2000" b="1" dirty="0">
              <a:solidFill>
                <a:schemeClr val="accent6"/>
              </a:solidFill>
              <a:latin typeface="Montserrat Light" charset="0"/>
              <a:ea typeface="Montserrat Light" charset="0"/>
              <a:cs typeface="Montserrat Light" charset="0"/>
            </a:endParaRPr>
          </a:p>
          <a:p>
            <a:pPr algn="ctr" defTabSz="1828434">
              <a:defRPr/>
            </a:pPr>
            <a:r>
              <a:rPr lang="en-US" sz="2000" dirty="0">
                <a:ea typeface="Montserrat Light" charset="0"/>
                <a:cs typeface="Montserrat Light" charset="0"/>
              </a:rPr>
              <a:t>Track and reduce high delivery costs or discounts. Find inefficient restaurants or locations with poor margins. Minimize refunds and cancellations by identifying root causes.</a:t>
            </a:r>
          </a:p>
          <a:p>
            <a:pPr algn="just" defTabSz="1828434">
              <a:defRPr/>
            </a:pPr>
            <a:endParaRPr lang="en-US" sz="2000" b="1" dirty="0">
              <a:solidFill>
                <a:schemeClr val="accent6"/>
              </a:solidFill>
              <a:latin typeface="Montserrat Light" charset="0"/>
              <a:ea typeface="Montserrat Light" charset="0"/>
              <a:cs typeface="Montserrat Light" charset="0"/>
            </a:endParaRPr>
          </a:p>
        </p:txBody>
      </p:sp>
      <p:sp>
        <p:nvSpPr>
          <p:cNvPr id="9" name="TextBox 8">
            <a:extLst>
              <a:ext uri="{FF2B5EF4-FFF2-40B4-BE49-F238E27FC236}">
                <a16:creationId xmlns:a16="http://schemas.microsoft.com/office/drawing/2014/main" id="{85FDF0EF-9880-6369-CB46-121293236A48}"/>
              </a:ext>
            </a:extLst>
          </p:cNvPr>
          <p:cNvSpPr txBox="1"/>
          <p:nvPr/>
        </p:nvSpPr>
        <p:spPr>
          <a:xfrm>
            <a:off x="0" y="4103498"/>
            <a:ext cx="11724640" cy="1538883"/>
          </a:xfrm>
          <a:prstGeom prst="rect">
            <a:avLst/>
          </a:prstGeom>
          <a:solidFill>
            <a:schemeClr val="accent2"/>
          </a:solidFill>
        </p:spPr>
        <p:txBody>
          <a:bodyPr wrap="square">
            <a:spAutoFit/>
          </a:bodyPr>
          <a:lstStyle/>
          <a:p>
            <a:pPr algn="just" defTabSz="1828434">
              <a:defRPr/>
            </a:pPr>
            <a:r>
              <a:rPr lang="en-US" b="1" dirty="0">
                <a:latin typeface="Montserrat Light" charset="0"/>
                <a:ea typeface="Montserrat Light" charset="0"/>
                <a:cs typeface="Montserrat Light" charset="0"/>
              </a:rPr>
              <a:t>Data-Driven Decision Making: </a:t>
            </a:r>
          </a:p>
          <a:p>
            <a:pPr algn="just" defTabSz="1828434" eaLnBrk="1" fontAlgn="auto" hangingPunct="1">
              <a:spcBef>
                <a:spcPts val="0"/>
              </a:spcBef>
              <a:spcAft>
                <a:spcPts val="0"/>
              </a:spcAft>
              <a:defRPr/>
            </a:pPr>
            <a:endParaRPr lang="en-US" b="1" dirty="0">
              <a:solidFill>
                <a:schemeClr val="accent6"/>
              </a:solidFill>
              <a:latin typeface="Montserrat Light" charset="0"/>
              <a:ea typeface="Montserrat Light" charset="0"/>
              <a:cs typeface="Montserrat Light" charset="0"/>
            </a:endParaRPr>
          </a:p>
          <a:p>
            <a:pPr algn="ctr" defTabSz="1828434">
              <a:defRPr/>
            </a:pPr>
            <a:r>
              <a:rPr lang="en-US" sz="2000" dirty="0"/>
              <a:t>Use data to plan restaurant partnerships, expansion areas, and delivery zones .Forecast demand during festivals, weekends, or weather events. Align inventory, staffing, and marketing based on trends.</a:t>
            </a:r>
            <a:endParaRPr lang="es-ES_tradnl" sz="2000" dirty="0"/>
          </a:p>
          <a:p>
            <a:pPr algn="just" defTabSz="1828434" eaLnBrk="1" fontAlgn="auto" hangingPunct="1">
              <a:spcBef>
                <a:spcPts val="0"/>
              </a:spcBef>
              <a:spcAft>
                <a:spcPts val="0"/>
              </a:spcAft>
              <a:defRPr/>
            </a:pPr>
            <a:endParaRPr lang="en-US" b="1" dirty="0">
              <a:solidFill>
                <a:schemeClr val="accent6"/>
              </a:solidFill>
              <a:latin typeface="Montserrat Light" charset="0"/>
              <a:ea typeface="Montserrat Light" charset="0"/>
              <a:cs typeface="Montserrat Light" charset="0"/>
            </a:endParaRPr>
          </a:p>
        </p:txBody>
      </p:sp>
    </p:spTree>
    <p:extLst>
      <p:ext uri="{BB962C8B-B14F-4D97-AF65-F5344CB8AC3E}">
        <p14:creationId xmlns:p14="http://schemas.microsoft.com/office/powerpoint/2010/main" val="3012876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BD77-F593-17BF-E5D9-CB79841C2935}"/>
              </a:ext>
            </a:extLst>
          </p:cNvPr>
          <p:cNvSpPr>
            <a:spLocks noGrp="1"/>
          </p:cNvSpPr>
          <p:nvPr>
            <p:ph type="title"/>
          </p:nvPr>
        </p:nvSpPr>
        <p:spPr>
          <a:xfrm>
            <a:off x="1188720" y="226331"/>
            <a:ext cx="9745883" cy="1124949"/>
          </a:xfrm>
        </p:spPr>
        <p:txBody>
          <a:bodyPr>
            <a:normAutofit/>
          </a:bodyPr>
          <a:lstStyle/>
          <a:p>
            <a:r>
              <a:rPr lang="en-US" sz="4800" dirty="0">
                <a:solidFill>
                  <a:schemeClr val="accent1">
                    <a:lumMod val="75000"/>
                  </a:schemeClr>
                </a:solidFill>
                <a:latin typeface="Modern No. 20" panose="02070704070505020303" pitchFamily="18" charset="0"/>
              </a:rPr>
              <a:t>CONCLUSION</a:t>
            </a:r>
            <a:endParaRPr lang="en-IN" sz="4800" dirty="0">
              <a:solidFill>
                <a:schemeClr val="accent1">
                  <a:lumMod val="75000"/>
                </a:schemeClr>
              </a:solidFill>
              <a:latin typeface="Modern No. 20" panose="02070704070505020303" pitchFamily="18" charset="0"/>
            </a:endParaRPr>
          </a:p>
        </p:txBody>
      </p:sp>
      <p:sp>
        <p:nvSpPr>
          <p:cNvPr id="5" name="Slide Number Placeholder 4">
            <a:extLst>
              <a:ext uri="{FF2B5EF4-FFF2-40B4-BE49-F238E27FC236}">
                <a16:creationId xmlns:a16="http://schemas.microsoft.com/office/drawing/2014/main" id="{17C25C9D-0009-313E-8E50-BB8F4AED7F6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9" name="TextBox 8">
            <a:extLst>
              <a:ext uri="{FF2B5EF4-FFF2-40B4-BE49-F238E27FC236}">
                <a16:creationId xmlns:a16="http://schemas.microsoft.com/office/drawing/2014/main" id="{50386D14-A292-42DC-395C-8A8A886B0BB7}"/>
              </a:ext>
            </a:extLst>
          </p:cNvPr>
          <p:cNvSpPr txBox="1"/>
          <p:nvPr/>
        </p:nvSpPr>
        <p:spPr>
          <a:xfrm>
            <a:off x="386080" y="1148080"/>
            <a:ext cx="7924800" cy="6073714"/>
          </a:xfrm>
          <a:prstGeom prst="rect">
            <a:avLst/>
          </a:prstGeom>
          <a:noFill/>
        </p:spPr>
        <p:txBody>
          <a:bodyPr wrap="square">
            <a:spAutoFit/>
          </a:bodyPr>
          <a:lstStyle/>
          <a:p>
            <a:pPr marL="457200" indent="-457200" algn="l" fontAlgn="auto">
              <a:lnSpc>
                <a:spcPts val="4299"/>
              </a:lnSpc>
              <a:spcAft>
                <a:spcPts val="0"/>
              </a:spcAft>
              <a:buFont typeface="Arial" panose="020B0604020202020204" pitchFamily="34" charset="0"/>
              <a:buChar char="•"/>
              <a:defRPr/>
            </a:pPr>
            <a:r>
              <a:rPr lang="en-IN" sz="1800" dirty="0"/>
              <a:t>The Food Delivery Analysis System successfully demonstrates a robust approach to optimizing food ordering decisions. By simulating real-world data from key Indian platforms (Swiggy, </a:t>
            </a:r>
            <a:r>
              <a:rPr lang="en-IN" sz="1800" dirty="0" err="1"/>
              <a:t>Blinkit</a:t>
            </a:r>
            <a:r>
              <a:rPr lang="en-IN" sz="1800" dirty="0"/>
              <a:t>, Zomato, Deliveroo, Domino's) and applying a multi-factor analysis, it provides a clear "best value" recommendation alongside detailed comparisons. </a:t>
            </a:r>
          </a:p>
          <a:p>
            <a:pPr marL="457200" indent="-457200" algn="l" fontAlgn="auto">
              <a:lnSpc>
                <a:spcPts val="4299"/>
              </a:lnSpc>
              <a:spcAft>
                <a:spcPts val="0"/>
              </a:spcAft>
              <a:buFont typeface="Arial" panose="020B0604020202020204" pitchFamily="34" charset="0"/>
              <a:buChar char="•"/>
              <a:defRPr/>
            </a:pPr>
            <a:r>
              <a:rPr lang="en-IN" sz="1800" dirty="0"/>
              <a:t>The integration of matplotlib for graphical visualization further enhances user understanding, transforming complex data into actionable insights. This system serves as a powerful prototype for a tool that could significantly improve the food delivery experience by promoting smarter, more informed choices for consumers.</a:t>
            </a:r>
          </a:p>
          <a:p>
            <a:pPr algn="l" fontAlgn="auto">
              <a:lnSpc>
                <a:spcPts val="4299"/>
              </a:lnSpc>
              <a:spcAft>
                <a:spcPts val="0"/>
              </a:spcAft>
              <a:defRPr/>
            </a:pPr>
            <a:endParaRPr lang="en-US" sz="1600" dirty="0">
              <a:solidFill>
                <a:schemeClr val="accent3"/>
              </a:solidFill>
              <a:ea typeface="Montserrat" charset="0"/>
              <a:cs typeface="Montserrat" charset="0"/>
            </a:endParaRPr>
          </a:p>
        </p:txBody>
      </p:sp>
      <p:pic>
        <p:nvPicPr>
          <p:cNvPr id="11" name="Picture 10">
            <a:extLst>
              <a:ext uri="{FF2B5EF4-FFF2-40B4-BE49-F238E27FC236}">
                <a16:creationId xmlns:a16="http://schemas.microsoft.com/office/drawing/2014/main" id="{867972F1-21F0-526B-B332-325D4A5A69DC}"/>
              </a:ext>
            </a:extLst>
          </p:cNvPr>
          <p:cNvPicPr>
            <a:picLocks noChangeAspect="1"/>
          </p:cNvPicPr>
          <p:nvPr/>
        </p:nvPicPr>
        <p:blipFill>
          <a:blip r:embed="rId2">
            <a:biLevel thresh="75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8046720" y="1872216"/>
            <a:ext cx="3759200" cy="2689624"/>
          </a:xfrm>
          <a:prstGeom prst="rect">
            <a:avLst/>
          </a:prstGeom>
        </p:spPr>
      </p:pic>
    </p:spTree>
    <p:extLst>
      <p:ext uri="{BB962C8B-B14F-4D97-AF65-F5344CB8AC3E}">
        <p14:creationId xmlns:p14="http://schemas.microsoft.com/office/powerpoint/2010/main" val="1592625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209C3A7-31E6-4EE8-BF99-2440C094C970}"/>
              </a:ext>
            </a:extLst>
          </p:cNvPr>
          <p:cNvSpPr>
            <a:spLocks noGrp="1"/>
          </p:cNvSpPr>
          <p:nvPr>
            <p:ph type="ctrTitle"/>
          </p:nvPr>
        </p:nvSpPr>
        <p:spPr>
          <a:xfrm>
            <a:off x="7012297" y="786881"/>
            <a:ext cx="4203323" cy="2927350"/>
          </a:xfrm>
        </p:spPr>
        <p:txBody>
          <a:bodyPr/>
          <a:lstStyle/>
          <a:p>
            <a:r>
              <a:rPr lang="en-US" dirty="0">
                <a:solidFill>
                  <a:schemeClr val="bg2">
                    <a:lumMod val="25000"/>
                  </a:schemeClr>
                </a:solidFill>
              </a:rPr>
              <a:t>THANK YOU!</a:t>
            </a:r>
          </a:p>
        </p:txBody>
      </p:sp>
      <p:sp>
        <p:nvSpPr>
          <p:cNvPr id="6" name="Slide Number Placeholder 5">
            <a:extLst>
              <a:ext uri="{FF2B5EF4-FFF2-40B4-BE49-F238E27FC236}">
                <a16:creationId xmlns:a16="http://schemas.microsoft.com/office/drawing/2014/main" id="{AF849C70-F913-4CB3-A901-694767834BFB}"/>
              </a:ext>
            </a:extLst>
          </p:cNvPr>
          <p:cNvSpPr>
            <a:spLocks noGrp="1"/>
          </p:cNvSpPr>
          <p:nvPr>
            <p:ph type="sldNum" sz="quarter" idx="12"/>
          </p:nvPr>
        </p:nvSpPr>
        <p:spPr>
          <a:xfrm>
            <a:off x="8610600" y="6356350"/>
            <a:ext cx="2743200" cy="365125"/>
          </a:xfrm>
        </p:spPr>
        <p:txBody>
          <a:bodyPr/>
          <a:lstStyle/>
          <a:p>
            <a:pPr lvl="0"/>
            <a:fld id="{F3450C42-9A0B-4425-92C2-70FCF7C45734}" type="slidenum">
              <a:rPr lang="en-US" noProof="0" smtClean="0"/>
              <a:pPr lvl="0"/>
              <a:t>18</a:t>
            </a:fld>
            <a:endParaRPr lang="en-US" noProof="0"/>
          </a:p>
        </p:txBody>
      </p:sp>
    </p:spTree>
    <p:extLst>
      <p:ext uri="{BB962C8B-B14F-4D97-AF65-F5344CB8AC3E}">
        <p14:creationId xmlns:p14="http://schemas.microsoft.com/office/powerpoint/2010/main" val="679062198"/>
      </p:ext>
    </p:extLst>
  </p:cSld>
  <p:clrMapOvr>
    <a:masterClrMapping/>
  </p:clrMapOvr>
</p:sld>
</file>

<file path=ppt/theme/theme1.xml><?xml version="1.0" encoding="utf-8"?>
<a:theme xmlns:a="http://schemas.openxmlformats.org/drawingml/2006/main" name="1_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Custom 7">
      <a:majorFont>
        <a:latin typeface="Source Sans Pro "/>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VTI" id="{A7F40C41-3FB2-45B0-B0D6-DFB7FDD9B7AD}" vid="{C49381A0-09CD-46EE-B141-E2CDD87ABF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4279500-64D1-4E99-9E84-D64A6313B3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0EA051F-84B4-4065-A650-AA89D1B04233}">
  <ds:schemaRefs>
    <ds:schemaRef ds:uri="http://schemas.microsoft.com/sharepoint/v3/contenttype/forms"/>
  </ds:schemaRefs>
</ds:datastoreItem>
</file>

<file path=customXml/itemProps3.xml><?xml version="1.0" encoding="utf-8"?>
<ds:datastoreItem xmlns:ds="http://schemas.openxmlformats.org/officeDocument/2006/customXml" ds:itemID="{874A60CD-0DE5-49D4-8EE4-931437A2651A}">
  <ds:schemaRefs>
    <ds:schemaRef ds:uri="http://schemas.microsoft.com/sharepoint/v3"/>
    <ds:schemaRef ds:uri="http://schemas.microsoft.com/office/2006/documentManagement/types"/>
    <ds:schemaRef ds:uri="http://schemas.microsoft.com/office/2006/metadata/properties"/>
    <ds:schemaRef ds:uri="http://purl.org/dc/elements/1.1/"/>
    <ds:schemaRef ds:uri="71af3243-3dd4-4a8d-8c0d-dd76da1f02a5"/>
    <ds:schemaRef ds:uri="http://www.w3.org/XML/1998/namespace"/>
    <ds:schemaRef ds:uri="http://schemas.microsoft.com/office/infopath/2007/PartnerControls"/>
    <ds:schemaRef ds:uri="230e9df3-be65-4c73-a93b-d1236ebd677e"/>
    <ds:schemaRef ds:uri="http://purl.org/dc/dcmitype/"/>
    <ds:schemaRef ds:uri="http://schemas.openxmlformats.org/package/2006/metadata/core-properties"/>
    <ds:schemaRef ds:uri="16c05727-aa75-4e4a-9b5f-8a80a1165891"/>
    <ds:schemaRef ds:uri="http://purl.org/dc/te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2019</Words>
  <Application>Microsoft Office PowerPoint</Application>
  <PresentationFormat>Widescreen</PresentationFormat>
  <Paragraphs>217</Paragraphs>
  <Slides>18</Slides>
  <Notes>14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18</vt:i4>
      </vt:variant>
    </vt:vector>
  </HeadingPairs>
  <TitlesOfParts>
    <vt:vector size="33" baseType="lpstr">
      <vt:lpstr>Arial</vt:lpstr>
      <vt:lpstr>Arial Rounded MT Bold</vt:lpstr>
      <vt:lpstr>Bernard MT Condensed</vt:lpstr>
      <vt:lpstr>Bodoni MT</vt:lpstr>
      <vt:lpstr>Calibri</vt:lpstr>
      <vt:lpstr>Calibri Light</vt:lpstr>
      <vt:lpstr>Microsoft Himalaya</vt:lpstr>
      <vt:lpstr>Modern No. 20</vt:lpstr>
      <vt:lpstr>Montserrat</vt:lpstr>
      <vt:lpstr>Montserrat Light</vt:lpstr>
      <vt:lpstr>Sitka Display</vt:lpstr>
      <vt:lpstr>Source Sans Pro</vt:lpstr>
      <vt:lpstr>Source Sans Pro </vt:lpstr>
      <vt:lpstr>Wingdings</vt:lpstr>
      <vt:lpstr>1_FunkyShapesVTI</vt:lpstr>
      <vt:lpstr>FOOD DELIVERY ANALYSIS </vt:lpstr>
      <vt:lpstr>CONTENTS</vt:lpstr>
      <vt:lpstr>ABSTRACT</vt:lpstr>
      <vt:lpstr> INTRODUCTION</vt:lpstr>
      <vt:lpstr> SYSTEM REQUIREMENTS</vt:lpstr>
      <vt:lpstr> SYSTEM REQUIREMENTS</vt:lpstr>
      <vt:lpstr> ARCHITECTURE</vt:lpstr>
      <vt:lpstr>IMPORTING DATASET</vt:lpstr>
      <vt:lpstr>DATA EXPLORATION</vt:lpstr>
      <vt:lpstr>DATA CLEANING</vt:lpstr>
      <vt:lpstr> DATA GROUPING</vt:lpstr>
      <vt:lpstr>  DATA VISUALISATION</vt:lpstr>
      <vt:lpstr>DATA VISUALISATION</vt:lpstr>
      <vt:lpstr>USES OF DATA ANALYSIS LIBRARY</vt:lpstr>
      <vt:lpstr>ADVANTAGES</vt:lpstr>
      <vt:lpstr>ADVANTAGES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2021-01-26T09:23:31Z</dcterms:created>
  <dcterms:modified xsi:type="dcterms:W3CDTF">2025-06-28T07:00:47Z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